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Helvetica Neue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HelveticaNeue-bold.fntdata"/><Relationship Id="rId13" Type="http://schemas.openxmlformats.org/officeDocument/2006/relationships/customXml" Target="../customXml/item3.xml"/><Relationship Id="rId3" Type="http://schemas.openxmlformats.org/officeDocument/2006/relationships/presProps" Target="presProps.xml"/><Relationship Id="rId7" Type="http://schemas.openxmlformats.org/officeDocument/2006/relationships/font" Target="fonts/HelveticaNeue-regular.fntdata"/><Relationship Id="rId12" Type="http://schemas.openxmlformats.org/officeDocument/2006/relationships/customXml" Target="../customXml/item2.xml"/><Relationship Id="rId2" Type="http://schemas.openxmlformats.org/officeDocument/2006/relationships/viewProps" Target="viewProps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1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10" Type="http://schemas.openxmlformats.org/officeDocument/2006/relationships/font" Target="fonts/HelveticaNeue-boldItalic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HelveticaNeue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title and a couple of sentences describing the technology and possibly linking to further information online.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photo of the technology in situ with a corresponding map showing where it 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or 3 questions that you might ask when you are in situ at the site of the technology to engage others in a discussion about that technology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following geographic data: 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-"/>
            </a:pPr>
            <a:r>
              <a:rPr lang="en-US"/>
              <a:t>Lat Long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-"/>
            </a:pPr>
            <a:r>
              <a:rPr lang="en-US"/>
              <a:t>Street Address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-"/>
            </a:pPr>
            <a:r>
              <a:rPr lang="en-US"/>
              <a:t>Google maps link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-"/>
            </a:pPr>
            <a:r>
              <a:rPr lang="en-US"/>
              <a:t>What3words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Also add in the names of those submitting this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623888" y="1282307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623888" y="344209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629842" y="1878809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29156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29156" y="1878809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29841" y="1543052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629841" y="1543052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5350074" y="1467449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349579" y="-447076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jpg"/><Relationship Id="rId5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210066" y="141387"/>
            <a:ext cx="4362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Solar-powered oil/water separator alarm</a:t>
            </a:r>
            <a:endParaRPr b="1"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0" name="Google Shape;90;p13" title="Screenshot 2025-10-08 170912.png"/>
          <p:cNvPicPr preferRelativeResize="0"/>
          <p:nvPr/>
        </p:nvPicPr>
        <p:blipFill rotWithShape="1">
          <a:blip r:embed="rId3">
            <a:alphaModFix/>
          </a:blip>
          <a:srcRect b="0" l="5436" r="5436" t="0"/>
          <a:stretch/>
        </p:blipFill>
        <p:spPr>
          <a:xfrm>
            <a:off x="4724477" y="2571751"/>
            <a:ext cx="4208946" cy="257175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>
            <a:off x="210075" y="3624223"/>
            <a:ext cx="4362000" cy="116100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Location info: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51.554017209709706, -0.01587127934155465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Eton Manor, Queen Elizabeth Olympic Park, Leadmill Ln, London E20 3AD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https://maps.app.goo.gl/pwBTZGeKLEKtQRAd7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what3words: 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///mouse.allows.follow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10065" y="1117669"/>
            <a:ext cx="4362000" cy="156990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device monitors the operation of an oil/water separator underground. When the separator fails, contaminants such as oil and suspended solids are not filtered out of the water, which could lead to a larger pollution incident.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Upon detecting abnormal levels of contaminants in the water, the device sends an SMS alert to authorised individuals and emits an orange flashing light.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210065" y="2647950"/>
            <a:ext cx="4361934" cy="830997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Questions when visiting site?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Why is the box so big, compared to the hardware inside?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•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Why did they design the box so I can see the internals?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•"/>
            </a:pP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Who 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receives</a:t>
            </a:r>
            <a:r>
              <a:rPr lang="en-US" sz="1200">
                <a:latin typeface="Helvetica Neue"/>
                <a:ea typeface="Helvetica Neue"/>
                <a:cs typeface="Helvetica Neue"/>
                <a:sym typeface="Helvetica Neue"/>
              </a:rPr>
              <a:t> the data, and who is sent to fix the problem?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210065" y="4785182"/>
            <a:ext cx="4361934" cy="246221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Submitted: </a:t>
            </a:r>
            <a:r>
              <a:rPr lang="en-US" sz="1000">
                <a:latin typeface="Helvetica Neue"/>
                <a:ea typeface="Helvetica Neue"/>
                <a:cs typeface="Helvetica Neue"/>
                <a:sym typeface="Helvetica Neue"/>
              </a:rPr>
              <a:t>Ethan Taylor</a:t>
            </a:r>
            <a:r>
              <a:rPr lang="en-US"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000">
                <a:latin typeface="Helvetica Neue"/>
                <a:ea typeface="Helvetica Neue"/>
                <a:cs typeface="Helvetica Neue"/>
                <a:sym typeface="Helvetica Neue"/>
              </a:rPr>
              <a:t>Oct 2025</a:t>
            </a:r>
            <a:endParaRPr/>
          </a:p>
        </p:txBody>
      </p:sp>
      <p:pic>
        <p:nvPicPr>
          <p:cNvPr id="95" name="Google Shape;95;p13" title="IMG_021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66" y="152400"/>
            <a:ext cx="1700214" cy="2266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title="IMG_0218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7080" y="152400"/>
            <a:ext cx="1700214" cy="2266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A3D6F334C1AA408A80486D71036560" ma:contentTypeVersion="40" ma:contentTypeDescription="Create a new document." ma:contentTypeScope="" ma:versionID="ec8202aaf45ce3aa4cb6623b88ecbd66">
  <xsd:schema xmlns:xsd="http://www.w3.org/2001/XMLSchema" xmlns:xs="http://www.w3.org/2001/XMLSchema" xmlns:p="http://schemas.microsoft.com/office/2006/metadata/properties" xmlns:ns2="6f45ebe1-19a7-4ef8-a5a4-afb4295ca2e2" xmlns:ns3="9d8807c4-7637-41f1-b738-fb31966e1785" targetNamespace="http://schemas.microsoft.com/office/2006/metadata/properties" ma:root="true" ma:fieldsID="2fbaf2945d784bc85ca5efbbe8374f15" ns2:_="" ns3:_="">
    <xsd:import namespace="6f45ebe1-19a7-4ef8-a5a4-afb4295ca2e2"/>
    <xsd:import namespace="9d8807c4-7637-41f1-b738-fb31966e17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5ebe1-19a7-4ef8-a5a4-afb4295ca2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29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0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1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34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35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37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807c4-7637-41f1-b738-fb31966e17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8a8f18d3-d3d1-4405-80da-f542c83f6c1b}" ma:internalName="TaxCatchAll" ma:showField="CatchAllData" ma:web="9d8807c4-7637-41f1-b738-fb31966e17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faultSectionNames xmlns="6f45ebe1-19a7-4ef8-a5a4-afb4295ca2e2" xsi:nil="true"/>
    <Is_Collaboration_Space_Locked xmlns="6f45ebe1-19a7-4ef8-a5a4-afb4295ca2e2" xsi:nil="true"/>
    <AppVersion xmlns="6f45ebe1-19a7-4ef8-a5a4-afb4295ca2e2" xsi:nil="true"/>
    <TeamsChannelId xmlns="6f45ebe1-19a7-4ef8-a5a4-afb4295ca2e2" xsi:nil="true"/>
    <Distribution_Groups xmlns="6f45ebe1-19a7-4ef8-a5a4-afb4295ca2e2" xsi:nil="true"/>
    <Templates xmlns="6f45ebe1-19a7-4ef8-a5a4-afb4295ca2e2" xsi:nil="true"/>
    <Teams_Channel_Section_Location xmlns="6f45ebe1-19a7-4ef8-a5a4-afb4295ca2e2" xsi:nil="true"/>
    <Invited_Leaders xmlns="6f45ebe1-19a7-4ef8-a5a4-afb4295ca2e2" xsi:nil="true"/>
    <NotebookType xmlns="6f45ebe1-19a7-4ef8-a5a4-afb4295ca2e2" xsi:nil="true"/>
    <Members xmlns="6f45ebe1-19a7-4ef8-a5a4-afb4295ca2e2">
      <UserInfo>
        <DisplayName/>
        <AccountId xsi:nil="true"/>
        <AccountType/>
      </UserInfo>
    </Members>
    <Invited_Members xmlns="6f45ebe1-19a7-4ef8-a5a4-afb4295ca2e2" xsi:nil="true"/>
    <LMS_Mappings xmlns="6f45ebe1-19a7-4ef8-a5a4-afb4295ca2e2" xsi:nil="true"/>
    <IsNotebookLocked xmlns="6f45ebe1-19a7-4ef8-a5a4-afb4295ca2e2" xsi:nil="true"/>
    <FolderType xmlns="6f45ebe1-19a7-4ef8-a5a4-afb4295ca2e2" xsi:nil="true"/>
    <CultureName xmlns="6f45ebe1-19a7-4ef8-a5a4-afb4295ca2e2" xsi:nil="true"/>
    <Owner xmlns="6f45ebe1-19a7-4ef8-a5a4-afb4295ca2e2">
      <UserInfo>
        <DisplayName/>
        <AccountId xsi:nil="true"/>
        <AccountType/>
      </UserInfo>
    </Owner>
    <Leaders xmlns="6f45ebe1-19a7-4ef8-a5a4-afb4295ca2e2">
      <UserInfo>
        <DisplayName/>
        <AccountId xsi:nil="true"/>
        <AccountType/>
      </UserInfo>
    </Leaders>
    <Math_Settings xmlns="6f45ebe1-19a7-4ef8-a5a4-afb4295ca2e2" xsi:nil="true"/>
    <Has_Leaders_Only_SectionGroup xmlns="6f45ebe1-19a7-4ef8-a5a4-afb4295ca2e2" xsi:nil="true"/>
    <lcf76f155ced4ddcb4097134ff3c332f xmlns="6f45ebe1-19a7-4ef8-a5a4-afb4295ca2e2">
      <Terms xmlns="http://schemas.microsoft.com/office/infopath/2007/PartnerControls"/>
    </lcf76f155ced4ddcb4097134ff3c332f>
    <Member_Groups xmlns="6f45ebe1-19a7-4ef8-a5a4-afb4295ca2e2">
      <UserInfo>
        <DisplayName/>
        <AccountId xsi:nil="true"/>
        <AccountType/>
      </UserInfo>
    </Member_Groups>
    <Self_Registration_Enabled xmlns="6f45ebe1-19a7-4ef8-a5a4-afb4295ca2e2" xsi:nil="true"/>
    <TaxCatchAll xmlns="9d8807c4-7637-41f1-b738-fb31966e1785" xsi:nil="true"/>
  </documentManagement>
</p:properties>
</file>

<file path=customXml/itemProps1.xml><?xml version="1.0" encoding="utf-8"?>
<ds:datastoreItem xmlns:ds="http://schemas.openxmlformats.org/officeDocument/2006/customXml" ds:itemID="{6F75D2B8-B4C0-4D6F-98AD-AF761E93690A}"/>
</file>

<file path=customXml/itemProps2.xml><?xml version="1.0" encoding="utf-8"?>
<ds:datastoreItem xmlns:ds="http://schemas.openxmlformats.org/officeDocument/2006/customXml" ds:itemID="{388D8552-ADFB-4C6D-BC17-5FF7FE5E6675}"/>
</file>

<file path=customXml/itemProps3.xml><?xml version="1.0" encoding="utf-8"?>
<ds:datastoreItem xmlns:ds="http://schemas.openxmlformats.org/officeDocument/2006/customXml" ds:itemID="{0D3611DD-C5F8-48DC-9773-C4D6E03FA975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0x0101001DA3D6F334C1AA408A80486D71036560</vt:lpwstr>
  </property>
</Properties>
</file>