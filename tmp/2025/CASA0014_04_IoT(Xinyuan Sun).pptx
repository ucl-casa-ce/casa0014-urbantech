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4"/>
  </p:notesMasterIdLst>
  <p:sldIdLst>
    <p:sldId id="645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76212E9-16B5-D64B-A804-FE4488C6BA69}">
          <p14:sldIdLst>
            <p14:sldId id="6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47"/>
    <p:restoredTop sz="81837"/>
  </p:normalViewPr>
  <p:slideViewPr>
    <p:cSldViewPr snapToGrid="0" snapToObjects="1" showGuides="1">
      <p:cViewPr varScale="1">
        <p:scale>
          <a:sx n="119" d="100"/>
          <a:sy n="119" d="100"/>
        </p:scale>
        <p:origin x="1290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27553-E92D-E641-8EAC-5FB8816F46C8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8CAC4-B1A4-5A41-96C6-27A5F45FE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134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87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72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59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45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32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18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04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091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title and a couple of sentences describing the technology and possibly linking to further information online.</a:t>
            </a:r>
          </a:p>
          <a:p>
            <a:r>
              <a:rPr lang="en-US" dirty="0"/>
              <a:t>A photo of the technology in situ with a corresponding map showing where it is.</a:t>
            </a:r>
          </a:p>
          <a:p>
            <a:r>
              <a:rPr lang="en-US" dirty="0"/>
              <a:t>2 or 3 questions that you might ask when you are in situ at the site of the technology to engage others in a discussion about that technology</a:t>
            </a:r>
          </a:p>
          <a:p>
            <a:r>
              <a:rPr lang="en-US" dirty="0"/>
              <a:t>The following geographic data: </a:t>
            </a:r>
          </a:p>
          <a:p>
            <a:pPr marL="171450" indent="-171450">
              <a:buFontTx/>
              <a:buChar char="-"/>
            </a:pPr>
            <a:r>
              <a:rPr lang="en-US" dirty="0"/>
              <a:t>Lat Long</a:t>
            </a:r>
          </a:p>
          <a:p>
            <a:pPr marL="171450" indent="-171450">
              <a:buFontTx/>
              <a:buChar char="-"/>
            </a:pPr>
            <a:r>
              <a:rPr lang="en-US" dirty="0"/>
              <a:t>Street Address</a:t>
            </a:r>
          </a:p>
          <a:p>
            <a:pPr marL="171450" indent="-171450">
              <a:buFontTx/>
              <a:buChar char="-"/>
            </a:pPr>
            <a:r>
              <a:rPr lang="en-US" dirty="0"/>
              <a:t>Google maps link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What3words location</a:t>
            </a:r>
          </a:p>
          <a:p>
            <a:r>
              <a:rPr lang="en-US" dirty="0"/>
              <a:t>Also add in the names of those submitting this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8CAC4-B1A4-5A41-96C6-27A5F45FE6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33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4" indent="0" algn="ctr">
              <a:buNone/>
              <a:defRPr sz="1200"/>
            </a:lvl4pPr>
            <a:lvl5pPr marL="1371539" indent="0" algn="ctr">
              <a:buNone/>
              <a:defRPr sz="1200"/>
            </a:lvl5pPr>
            <a:lvl6pPr marL="1714424" indent="0" algn="ctr">
              <a:buNone/>
              <a:defRPr sz="1200"/>
            </a:lvl6pPr>
            <a:lvl7pPr marL="2057308" indent="0" algn="ctr">
              <a:buNone/>
              <a:defRPr sz="1200"/>
            </a:lvl7pPr>
            <a:lvl8pPr marL="2400192" indent="0" algn="ctr">
              <a:buNone/>
              <a:defRPr sz="1200"/>
            </a:lvl8pPr>
            <a:lvl9pPr marL="2743078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69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3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7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7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5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2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0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9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7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13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43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70" indent="0">
              <a:buNone/>
              <a:defRPr sz="1350" b="1"/>
            </a:lvl3pPr>
            <a:lvl4pPr marL="1028654" indent="0">
              <a:buNone/>
              <a:defRPr sz="1200" b="1"/>
            </a:lvl4pPr>
            <a:lvl5pPr marL="1371539" indent="0">
              <a:buNone/>
              <a:defRPr sz="1200" b="1"/>
            </a:lvl5pPr>
            <a:lvl6pPr marL="1714424" indent="0">
              <a:buNone/>
              <a:defRPr sz="1200" b="1"/>
            </a:lvl6pPr>
            <a:lvl7pPr marL="2057308" indent="0">
              <a:buNone/>
              <a:defRPr sz="1200" b="1"/>
            </a:lvl7pPr>
            <a:lvl8pPr marL="2400192" indent="0">
              <a:buNone/>
              <a:defRPr sz="1200" b="1"/>
            </a:lvl8pPr>
            <a:lvl9pPr marL="2743078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9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6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70" indent="0">
              <a:buNone/>
              <a:defRPr sz="1350" b="1"/>
            </a:lvl3pPr>
            <a:lvl4pPr marL="1028654" indent="0">
              <a:buNone/>
              <a:defRPr sz="1200" b="1"/>
            </a:lvl4pPr>
            <a:lvl5pPr marL="1371539" indent="0">
              <a:buNone/>
              <a:defRPr sz="1200" b="1"/>
            </a:lvl5pPr>
            <a:lvl6pPr marL="1714424" indent="0">
              <a:buNone/>
              <a:defRPr sz="1200" b="1"/>
            </a:lvl6pPr>
            <a:lvl7pPr marL="2057308" indent="0">
              <a:buNone/>
              <a:defRPr sz="1200" b="1"/>
            </a:lvl7pPr>
            <a:lvl8pPr marL="2400192" indent="0">
              <a:buNone/>
              <a:defRPr sz="1200" b="1"/>
            </a:lvl8pPr>
            <a:lvl9pPr marL="2743078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6" y="1878809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78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59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33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70" indent="0">
              <a:buNone/>
              <a:defRPr sz="900"/>
            </a:lvl3pPr>
            <a:lvl4pPr marL="1028654" indent="0">
              <a:buNone/>
              <a:defRPr sz="750"/>
            </a:lvl4pPr>
            <a:lvl5pPr marL="1371539" indent="0">
              <a:buNone/>
              <a:defRPr sz="750"/>
            </a:lvl5pPr>
            <a:lvl6pPr marL="1714424" indent="0">
              <a:buNone/>
              <a:defRPr sz="750"/>
            </a:lvl6pPr>
            <a:lvl7pPr marL="2057308" indent="0">
              <a:buNone/>
              <a:defRPr sz="750"/>
            </a:lvl7pPr>
            <a:lvl8pPr marL="2400192" indent="0">
              <a:buNone/>
              <a:defRPr sz="750"/>
            </a:lvl8pPr>
            <a:lvl9pPr marL="2743078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71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70" indent="0">
              <a:buNone/>
              <a:defRPr sz="1800"/>
            </a:lvl3pPr>
            <a:lvl4pPr marL="1028654" indent="0">
              <a:buNone/>
              <a:defRPr sz="1500"/>
            </a:lvl4pPr>
            <a:lvl5pPr marL="1371539" indent="0">
              <a:buNone/>
              <a:defRPr sz="1500"/>
            </a:lvl5pPr>
            <a:lvl6pPr marL="1714424" indent="0">
              <a:buNone/>
              <a:defRPr sz="1500"/>
            </a:lvl6pPr>
            <a:lvl7pPr marL="2057308" indent="0">
              <a:buNone/>
              <a:defRPr sz="1500"/>
            </a:lvl7pPr>
            <a:lvl8pPr marL="2400192" indent="0">
              <a:buNone/>
              <a:defRPr sz="1500"/>
            </a:lvl8pPr>
            <a:lvl9pPr marL="2743078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70" indent="0">
              <a:buNone/>
              <a:defRPr sz="900"/>
            </a:lvl3pPr>
            <a:lvl4pPr marL="1028654" indent="0">
              <a:buNone/>
              <a:defRPr sz="750"/>
            </a:lvl4pPr>
            <a:lvl5pPr marL="1371539" indent="0">
              <a:buNone/>
              <a:defRPr sz="750"/>
            </a:lvl5pPr>
            <a:lvl6pPr marL="1714424" indent="0">
              <a:buNone/>
              <a:defRPr sz="750"/>
            </a:lvl6pPr>
            <a:lvl7pPr marL="2057308" indent="0">
              <a:buNone/>
              <a:defRPr sz="750"/>
            </a:lvl7pPr>
            <a:lvl8pPr marL="2400192" indent="0">
              <a:buNone/>
              <a:defRPr sz="750"/>
            </a:lvl8pPr>
            <a:lvl9pPr marL="2743078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63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7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6" y="273847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77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2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031FD1-127D-412B-A7FA-FEF8F0C8AB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332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2D53D-39E1-4231-BA24-E157ABA8EC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34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7" indent="0">
              <a:buNone/>
              <a:defRPr sz="1800"/>
            </a:lvl2pPr>
            <a:lvl3pPr marL="914354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3" indent="0">
              <a:buNone/>
              <a:defRPr sz="1400"/>
            </a:lvl7pPr>
            <a:lvl8pPr marL="3200240" indent="0">
              <a:buNone/>
              <a:defRPr sz="1400"/>
            </a:lvl8pPr>
            <a:lvl9pPr marL="365741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5DEBF1-8136-42C6-9FF3-0B14050AE3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910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DE68A2-00D0-472A-A9D8-FF42D58E49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690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1810F1-F0FC-48A2-9F4E-96172F26CA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096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52C491-01D7-4FB3-BDB2-1DAE90FB3F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08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9DE526-BA90-4DB1-A7A3-BD72570A49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7297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81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80167-8A7A-4FB6-8D44-EB04D54B07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032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lIns="91431" tIns="45716" rIns="91431" bIns="45716"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2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CB3AD-9740-4D17-9F9C-3D5E43BA6B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230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8B483E-E478-4817-A116-EA086DE40F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2042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73819"/>
            <a:ext cx="2190750" cy="45208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" y="73819"/>
            <a:ext cx="6419850" cy="45208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831AE7-8258-4BD0-BA99-669542605E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1920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2583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0075712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231448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739913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708502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8766573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97875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2224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007571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35465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FCEBF-36FC-6841-BB73-A86EEE8F38FA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9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7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8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1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6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8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65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5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9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08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2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78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65171" y="285768"/>
            <a:ext cx="8410575" cy="992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988" tIns="45996" rIns="91988" bIns="45996" anchor="ctr" anchorCtr="1"/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3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 Medium" pitchFamily="34" charset="0"/>
            </a:endParaRPr>
          </a:p>
        </p:txBody>
      </p:sp>
      <p:sp>
        <p:nvSpPr>
          <p:cNvPr id="249859" name="Rectangle 3"/>
          <p:cNvSpPr>
            <a:spLocks noChangeArrowheads="1"/>
          </p:cNvSpPr>
          <p:nvPr/>
        </p:nvSpPr>
        <p:spPr bwMode="auto">
          <a:xfrm>
            <a:off x="368346" y="1345428"/>
            <a:ext cx="8405813" cy="3126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52" tIns="45679" rIns="91352" bIns="45679" anchorCtr="1"/>
          <a:lstStyle/>
          <a:p>
            <a:pPr marL="225414" indent="-225414" defTabSz="914400" fontAlgn="base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rgbClr val="FFFFFF"/>
              </a:buClr>
              <a:buFont typeface="Wingdings" pitchFamily="2" charset="2"/>
              <a:buChar char=""/>
              <a:defRPr/>
            </a:pPr>
            <a:endParaRPr lang="en-US" sz="2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" pitchFamily="34" charset="0"/>
            </a:endParaRPr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90500" y="73821"/>
            <a:ext cx="8763000" cy="540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1" tIns="45711" rIns="91421" bIns="4571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1201341"/>
            <a:ext cx="8763000" cy="3393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1" tIns="45711" rIns="91421" bIns="45711" numCol="1" anchor="t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90000"/>
              </a:lnSpc>
              <a:defRPr sz="1400">
                <a:solidFill>
                  <a:srgbClr val="FFFFFF"/>
                </a:solidFill>
                <a:latin typeface="Neo Sans Intel" pitchFamily="34" charset="0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4AAEF065-5923-45A4-A45E-60FACC01E102}" type="slidenum">
              <a:rPr lang="en-GB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19759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</p:sldLayoutIdLst>
  <p:transition>
    <p:fade/>
  </p:transition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5pPr>
      <a:lvl6pPr marL="457177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6pPr>
      <a:lvl7pPr marL="914354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7pPr>
      <a:lvl8pPr marL="1371532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8pPr>
      <a:lvl9pPr marL="1828709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9pPr>
    </p:titleStyle>
    <p:bodyStyle>
      <a:lvl1pPr marL="225414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2200">
          <a:solidFill>
            <a:srgbClr val="FFFFFF"/>
          </a:solidFill>
          <a:latin typeface="+mn-lt"/>
          <a:ea typeface="+mn-ea"/>
          <a:cs typeface="+mn-cs"/>
        </a:defRPr>
      </a:lvl1pPr>
      <a:lvl2pPr marL="569885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914354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>
          <a:solidFill>
            <a:srgbClr val="FFFFFF"/>
          </a:solidFill>
          <a:latin typeface="+mn-lt"/>
          <a:cs typeface="+mn-cs"/>
        </a:defRPr>
      </a:lvl3pPr>
      <a:lvl4pPr marL="1382644" indent="-239701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cs typeface="+mn-cs"/>
        </a:defRPr>
      </a:lvl4pPr>
      <a:lvl5pPr marL="1727114" indent="-230177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5pPr>
      <a:lvl6pPr marL="2184291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6pPr>
      <a:lvl7pPr marL="2641468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7pPr>
      <a:lvl8pPr marL="3098645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8pPr>
      <a:lvl9pPr marL="3555822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6FFDD6-79A0-364B-8297-A7E69B3C13B6}"/>
              </a:ext>
            </a:extLst>
          </p:cNvPr>
          <p:cNvSpPr txBox="1"/>
          <p:nvPr/>
        </p:nvSpPr>
        <p:spPr>
          <a:xfrm>
            <a:off x="210066" y="141387"/>
            <a:ext cx="436193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Cars in street monitoring.</a:t>
            </a:r>
            <a:endParaRPr lang="en-US" sz="1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8D0D26-F103-4244-B7AF-52B9210D6880}"/>
              </a:ext>
            </a:extLst>
          </p:cNvPr>
          <p:cNvSpPr/>
          <p:nvPr/>
        </p:nvSpPr>
        <p:spPr>
          <a:xfrm>
            <a:off x="210065" y="3246422"/>
            <a:ext cx="4361934" cy="101566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Location info: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@</a:t>
            </a:r>
            <a:r>
              <a:rPr lang="it-IT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51.544418, -0.017674</a:t>
            </a:r>
          </a:p>
          <a:p>
            <a:r>
              <a:rPr lang="it-IT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Middlesex Wy., London E20 3AZ</a:t>
            </a:r>
          </a:p>
          <a:p>
            <a:r>
              <a:rPr lang="it-IT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https://maps.app.goo.gl/hh5GoTQhvDLBzFzV6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what3words: ///</a:t>
            </a:r>
            <a:r>
              <a:rPr lang="en-GB" sz="1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brands.live.calculating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5FF6A-007A-EC4E-98EE-84D81F5CEBB5}"/>
              </a:ext>
            </a:extLst>
          </p:cNvPr>
          <p:cNvSpPr txBox="1"/>
          <p:nvPr/>
        </p:nvSpPr>
        <p:spPr>
          <a:xfrm>
            <a:off x="210066" y="809893"/>
            <a:ext cx="4361934" cy="83099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1200" dirty="0">
                <a:latin typeface="Arial" panose="020B0604020202020204" pitchFamily="34" charset="0"/>
              </a:rPr>
              <a:t>This sensor may be used to measure how many vehicles pass through a specific section of the road within a certain period of time.</a:t>
            </a: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32AC85-6A60-7444-B9C9-6A476A88DC84}"/>
              </a:ext>
            </a:extLst>
          </p:cNvPr>
          <p:cNvSpPr/>
          <p:nvPr/>
        </p:nvSpPr>
        <p:spPr>
          <a:xfrm>
            <a:off x="210066" y="1856209"/>
            <a:ext cx="4361934" cy="12003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Questions when visiting site?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1200" dirty="0">
                <a:latin typeface="Arial" panose="020B0604020202020204" pitchFamily="34" charset="0"/>
              </a:rPr>
              <a:t>How many vehicles passed during the time period when I went through this road.</a:t>
            </a:r>
            <a:endParaRPr lang="en-US" altLang="zh-CN" sz="1200" dirty="0">
              <a:latin typeface="Arial" panose="020B0604020202020204" pitchFamily="34" charset="0"/>
            </a:endParaRP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1200" dirty="0">
                <a:latin typeface="Arial" panose="020B0604020202020204" pitchFamily="34" charset="0"/>
              </a:rPr>
              <a:t>How often do they need maintenance, and how can rainwater erosion be prevented?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sz="1200" dirty="0"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48F65-DEB8-A849-84C7-87FBEADF1CA1}"/>
              </a:ext>
            </a:extLst>
          </p:cNvPr>
          <p:cNvSpPr/>
          <p:nvPr/>
        </p:nvSpPr>
        <p:spPr>
          <a:xfrm>
            <a:off x="210065" y="4463322"/>
            <a:ext cx="4361934" cy="24622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Submitted: </a:t>
            </a:r>
            <a:r>
              <a:rPr lang="en-US" altLang="zh-CN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Xinyuan Sun   2025</a:t>
            </a:r>
            <a:endParaRPr lang="en-US" sz="10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4" name="图片 13" descr="图片包含 户外, 阴天, 飞行, 云&#10;&#10;AI 生成的内容可能不正确。">
            <a:extLst>
              <a:ext uri="{FF2B5EF4-FFF2-40B4-BE49-F238E27FC236}">
                <a16:creationId xmlns:a16="http://schemas.microsoft.com/office/drawing/2014/main" id="{C0B07280-2CCE-851D-1B32-A1D3FD44D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841" y="393031"/>
            <a:ext cx="4208947" cy="217871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F0E54F4-9025-9273-D314-B274BF928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840" y="2571749"/>
            <a:ext cx="4208947" cy="227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324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1_Architecture">
  <a:themeElements>
    <a:clrScheme name="Custom 5">
      <a:dk1>
        <a:srgbClr val="000000"/>
      </a:dk1>
      <a:lt1>
        <a:srgbClr val="FFFFFF"/>
      </a:lt1>
      <a:dk2>
        <a:srgbClr val="0860A8"/>
      </a:dk2>
      <a:lt2>
        <a:srgbClr val="E6B012"/>
      </a:lt2>
      <a:accent1>
        <a:srgbClr val="009900"/>
      </a:accent1>
      <a:accent2>
        <a:srgbClr val="FF5C00"/>
      </a:accent2>
      <a:accent3>
        <a:srgbClr val="AAB6D1"/>
      </a:accent3>
      <a:accent4>
        <a:srgbClr val="DADADA"/>
      </a:accent4>
      <a:accent5>
        <a:srgbClr val="AACAAA"/>
      </a:accent5>
      <a:accent6>
        <a:srgbClr val="E75300"/>
      </a:accent6>
      <a:hlink>
        <a:srgbClr val="6AADE4"/>
      </a:hlink>
      <a:folHlink>
        <a:srgbClr val="6AADE4"/>
      </a:folHlink>
    </a:clrScheme>
    <a:fontScheme name="9_Architecture">
      <a:majorFont>
        <a:latin typeface="Impact"/>
        <a:ea typeface=""/>
        <a:cs typeface="Arial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9_Architectur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A3D6F334C1AA408A80486D71036560" ma:contentTypeVersion="40" ma:contentTypeDescription="Create a new document." ma:contentTypeScope="" ma:versionID="ec8202aaf45ce3aa4cb6623b88ecbd66">
  <xsd:schema xmlns:xsd="http://www.w3.org/2001/XMLSchema" xmlns:xs="http://www.w3.org/2001/XMLSchema" xmlns:p="http://schemas.microsoft.com/office/2006/metadata/properties" xmlns:ns2="6f45ebe1-19a7-4ef8-a5a4-afb4295ca2e2" xmlns:ns3="9d8807c4-7637-41f1-b738-fb31966e1785" targetNamespace="http://schemas.microsoft.com/office/2006/metadata/properties" ma:root="true" ma:fieldsID="2fbaf2945d784bc85ca5efbbe8374f15" ns2:_="" ns3:_="">
    <xsd:import namespace="6f45ebe1-19a7-4ef8-a5a4-afb4295ca2e2"/>
    <xsd:import namespace="9d8807c4-7637-41f1-b738-fb31966e17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5ebe1-19a7-4ef8-a5a4-afb4295ca2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29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0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1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34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35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37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807c4-7637-41f1-b738-fb31966e17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8a8f18d3-d3d1-4405-80da-f542c83f6c1b}" ma:internalName="TaxCatchAll" ma:showField="CatchAllData" ma:web="9d8807c4-7637-41f1-b738-fb31966e17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faultSectionNames xmlns="6f45ebe1-19a7-4ef8-a5a4-afb4295ca2e2" xsi:nil="true"/>
    <Is_Collaboration_Space_Locked xmlns="6f45ebe1-19a7-4ef8-a5a4-afb4295ca2e2" xsi:nil="true"/>
    <AppVersion xmlns="6f45ebe1-19a7-4ef8-a5a4-afb4295ca2e2" xsi:nil="true"/>
    <TeamsChannelId xmlns="6f45ebe1-19a7-4ef8-a5a4-afb4295ca2e2" xsi:nil="true"/>
    <Distribution_Groups xmlns="6f45ebe1-19a7-4ef8-a5a4-afb4295ca2e2" xsi:nil="true"/>
    <Templates xmlns="6f45ebe1-19a7-4ef8-a5a4-afb4295ca2e2" xsi:nil="true"/>
    <Teams_Channel_Section_Location xmlns="6f45ebe1-19a7-4ef8-a5a4-afb4295ca2e2" xsi:nil="true"/>
    <Invited_Leaders xmlns="6f45ebe1-19a7-4ef8-a5a4-afb4295ca2e2" xsi:nil="true"/>
    <NotebookType xmlns="6f45ebe1-19a7-4ef8-a5a4-afb4295ca2e2" xsi:nil="true"/>
    <Members xmlns="6f45ebe1-19a7-4ef8-a5a4-afb4295ca2e2">
      <UserInfo>
        <DisplayName/>
        <AccountId xsi:nil="true"/>
        <AccountType/>
      </UserInfo>
    </Members>
    <Invited_Members xmlns="6f45ebe1-19a7-4ef8-a5a4-afb4295ca2e2" xsi:nil="true"/>
    <LMS_Mappings xmlns="6f45ebe1-19a7-4ef8-a5a4-afb4295ca2e2" xsi:nil="true"/>
    <IsNotebookLocked xmlns="6f45ebe1-19a7-4ef8-a5a4-afb4295ca2e2" xsi:nil="true"/>
    <FolderType xmlns="6f45ebe1-19a7-4ef8-a5a4-afb4295ca2e2" xsi:nil="true"/>
    <CultureName xmlns="6f45ebe1-19a7-4ef8-a5a4-afb4295ca2e2" xsi:nil="true"/>
    <Owner xmlns="6f45ebe1-19a7-4ef8-a5a4-afb4295ca2e2">
      <UserInfo>
        <DisplayName/>
        <AccountId xsi:nil="true"/>
        <AccountType/>
      </UserInfo>
    </Owner>
    <Leaders xmlns="6f45ebe1-19a7-4ef8-a5a4-afb4295ca2e2">
      <UserInfo>
        <DisplayName/>
        <AccountId xsi:nil="true"/>
        <AccountType/>
      </UserInfo>
    </Leaders>
    <Math_Settings xmlns="6f45ebe1-19a7-4ef8-a5a4-afb4295ca2e2" xsi:nil="true"/>
    <Has_Leaders_Only_SectionGroup xmlns="6f45ebe1-19a7-4ef8-a5a4-afb4295ca2e2" xsi:nil="true"/>
    <lcf76f155ced4ddcb4097134ff3c332f xmlns="6f45ebe1-19a7-4ef8-a5a4-afb4295ca2e2">
      <Terms xmlns="http://schemas.microsoft.com/office/infopath/2007/PartnerControls"/>
    </lcf76f155ced4ddcb4097134ff3c332f>
    <Member_Groups xmlns="6f45ebe1-19a7-4ef8-a5a4-afb4295ca2e2">
      <UserInfo>
        <DisplayName/>
        <AccountId xsi:nil="true"/>
        <AccountType/>
      </UserInfo>
    </Member_Groups>
    <Self_Registration_Enabled xmlns="6f45ebe1-19a7-4ef8-a5a4-afb4295ca2e2" xsi:nil="true"/>
    <TaxCatchAll xmlns="9d8807c4-7637-41f1-b738-fb31966e1785" xsi:nil="true"/>
  </documentManagement>
</p:properties>
</file>

<file path=customXml/itemProps1.xml><?xml version="1.0" encoding="utf-8"?>
<ds:datastoreItem xmlns:ds="http://schemas.openxmlformats.org/officeDocument/2006/customXml" ds:itemID="{C3DEF653-C3BF-4B3A-8929-1F6BF3E6CBCE}"/>
</file>

<file path=customXml/itemProps2.xml><?xml version="1.0" encoding="utf-8"?>
<ds:datastoreItem xmlns:ds="http://schemas.openxmlformats.org/officeDocument/2006/customXml" ds:itemID="{5BA2B23C-D662-49CF-B430-FCE2CDBA542C}"/>
</file>

<file path=customXml/itemProps3.xml><?xml version="1.0" encoding="utf-8"?>
<ds:datastoreItem xmlns:ds="http://schemas.openxmlformats.org/officeDocument/2006/customXml" ds:itemID="{735C09B4-6EA8-402D-AEA6-2452B7A4BE7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21097</TotalTime>
  <Words>191</Words>
  <Application>Microsoft Office PowerPoint</Application>
  <PresentationFormat>全屏显示(16:9)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Helvetica Neue</vt:lpstr>
      <vt:lpstr>Neo Sans Intel</vt:lpstr>
      <vt:lpstr>Neo Sans Intel Medium</vt:lpstr>
      <vt:lpstr>Arial</vt:lpstr>
      <vt:lpstr>Arial Narrow</vt:lpstr>
      <vt:lpstr>Calibri</vt:lpstr>
      <vt:lpstr>Calibri Light</vt:lpstr>
      <vt:lpstr>Impact</vt:lpstr>
      <vt:lpstr>Wingdings</vt:lpstr>
      <vt:lpstr>Office Theme</vt:lpstr>
      <vt:lpstr>11_Architecture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Wilson, Duncan</dc:creator>
  <cp:lastModifiedBy>Sun, Xinyuan</cp:lastModifiedBy>
  <cp:revision>155</cp:revision>
  <cp:lastPrinted>2019-02-04T10:33:17Z</cp:lastPrinted>
  <dcterms:created xsi:type="dcterms:W3CDTF">2019-01-30T13:25:34Z</dcterms:created>
  <dcterms:modified xsi:type="dcterms:W3CDTF">2025-10-11T21:46:15Z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0x0101001DA3D6F334C1AA408A80486D71036560</vt:lpwstr>
  </property>
</Properties>
</file>