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645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32" d="100"/>
          <a:sy n="132" d="100"/>
        </p:scale>
        <p:origin x="13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24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viewProps" Target="viewProps.xml"/><Relationship Id="rId2" Type="http://schemas.openxmlformats.org/officeDocument/2006/relationships/theme" Target="theme/theme1.xml"/><Relationship Id="rId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  <a:endParaRPr lang="en-US" dirty="0"/>
          </a:p>
          <a:p>
            <a:r>
              <a:rPr lang="en-US" dirty="0"/>
              <a:t>A photo of the technology in situ with a corresponding map showing where it is.</a:t>
            </a:r>
            <a:endParaRPr lang="en-US" dirty="0"/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  <a:endParaRPr lang="en-US" dirty="0"/>
          </a:p>
          <a:p>
            <a:r>
              <a:rPr lang="en-US" dirty="0"/>
              <a:t>The following geographic data: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  <a:endParaRPr lang="en-US" dirty="0"/>
          </a:p>
          <a:p>
            <a:r>
              <a:rPr lang="en-US" dirty="0"/>
              <a:t>Also add in the names of those submitting this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52" tIns="45679" rIns="91352" bIns="45679" anchorCtr="1"/>
          <a:lstStyle/>
          <a:p>
            <a:pPr marL="225425" indent="-225425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t" anchorCtr="1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6" tIns="45713" rIns="91426" bIns="45713" numCol="1" anchor="t" anchorCtr="0" compatLnSpc="1"/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</a:fld>
            <a:endParaRPr lang="en-GB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59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395" indent="-23939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4pPr>
      <a:lvl5pPr marL="1727200" indent="-22987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5pPr>
      <a:lvl6pPr marL="21844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6pPr>
      <a:lvl7pPr marL="26416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7pPr>
      <a:lvl8pPr marL="30988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8pPr>
      <a:lvl9pPr marL="35560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185" y="141605"/>
            <a:ext cx="475043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Smart Streetlight (estimated)</a:t>
            </a:r>
            <a:endParaRPr lang="en-US" altLang="zh-CN" sz="24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4630" y="3758565"/>
            <a:ext cx="4504690" cy="8299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51.5484792, -0.0157127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Olympic Park Ave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London, 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E20 1DY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https://maps.app.goo.gl/9LFm5JbeXq1zwWBq8?g_st=ipc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185" y="605790"/>
            <a:ext cx="4509135" cy="11836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device was found on the pedestrian pathway beside Tumbling Bay Playground in the park. </a:t>
            </a:r>
            <a:endParaRPr lang="en-US" altLang="zh-CN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altLang="zh-CN" sz="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is installed on a metal lamp post and consists of a lamp head, a dome-shaped CCTV camera mounted below the lamp, and a rectangular equipment box attached to the pole, which likely houses sensors or communication modules.</a:t>
            </a:r>
            <a:endParaRPr lang="en-US" altLang="zh-CN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185" y="1905635"/>
            <a:ext cx="4504690" cy="17265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Autofit/>
          </a:bodyPr>
          <a:lstStyle/>
          <a:p>
            <a:pPr lvl="0"/>
            <a:r>
              <a:rPr lang="en-US" altLang="zh-CN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first, based on the dome-shaped camera, the lamp, and the small rectangular box, I inferred that this device might also be used to monitor pedestrians and give alerts if someone walked in the wrong direction.</a:t>
            </a:r>
            <a:endParaRPr lang="en-US" altLang="zh-CN" sz="11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endParaRPr lang="en-US" altLang="zh-CN" sz="5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altLang="zh-CN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However, it is placed along a straight, one-way path with no intersections, so this seems unlikely.</a:t>
            </a:r>
            <a:endParaRPr lang="en-US" altLang="zh-CN" sz="11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endParaRPr lang="en-US" altLang="zh-CN" sz="5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altLang="zh-CN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Considering the surrounding environment, I inferred that it is more likely part of a smart lighting and surveillance system in the park.</a:t>
            </a:r>
            <a:endParaRPr lang="en-US" altLang="zh-CN" sz="11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5265" y="4714875"/>
            <a:ext cx="4504055" cy="245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Xinyi Zhang 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October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图片 4" descr="1d6d42151f189f0b5e8c9e1ece3a7d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5220" y="78740"/>
            <a:ext cx="1814195" cy="2421255"/>
          </a:xfrm>
          <a:prstGeom prst="rect">
            <a:avLst/>
          </a:prstGeom>
        </p:spPr>
      </p:pic>
      <p:pic>
        <p:nvPicPr>
          <p:cNvPr id="11" name="图片 10" descr="5c5a2e0bb245ed8f41d65fbebd9039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115" y="78740"/>
            <a:ext cx="1817370" cy="2423795"/>
          </a:xfrm>
          <a:prstGeom prst="rect">
            <a:avLst/>
          </a:prstGeom>
        </p:spPr>
      </p:pic>
      <p:pic>
        <p:nvPicPr>
          <p:cNvPr id="12" name="图片 11" descr="04cc60107deb6a0d66d10201dc02557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410" y="2726690"/>
            <a:ext cx="2338705" cy="2233295"/>
          </a:xfrm>
          <a:prstGeom prst="rect">
            <a:avLst/>
          </a:prstGeom>
        </p:spPr>
      </p:pic>
      <p:pic>
        <p:nvPicPr>
          <p:cNvPr id="13" name="图片 12" descr="a50a526c54072dc3c74ef70c3cd428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175" y="2726690"/>
            <a:ext cx="1689735" cy="2233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AA32CCFD-B5E0-456B-84EE-A22A1BA77CA7}"/>
</file>

<file path=customXml/itemProps2.xml><?xml version="1.0" encoding="utf-8"?>
<ds:datastoreItem xmlns:ds="http://schemas.openxmlformats.org/officeDocument/2006/customXml" ds:itemID="{F2EF6327-6177-4600-965F-EAFD895EC481}"/>
</file>

<file path=customXml/itemProps3.xml><?xml version="1.0" encoding="utf-8"?>
<ds:datastoreItem xmlns:ds="http://schemas.openxmlformats.org/officeDocument/2006/customXml" ds:itemID="{A4272939-E7D8-468E-8F4E-DB8844DC7D1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945</Words>
  <Application>WPS 演示</Application>
  <PresentationFormat>On-screen Show (16:9)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Neo Sans Intel Medium</vt:lpstr>
      <vt:lpstr>Neo Sans Intel</vt:lpstr>
      <vt:lpstr>Segoe Print</vt:lpstr>
      <vt:lpstr>Impact</vt:lpstr>
      <vt:lpstr>Helvetica Neue</vt:lpstr>
      <vt:lpstr>微软雅黑</vt:lpstr>
      <vt:lpstr>Arial Unicode MS</vt:lpstr>
      <vt:lpstr>Calibri Light</vt:lpstr>
      <vt:lpstr>Calibri</vt:lpstr>
      <vt:lpstr>等线</vt:lpstr>
      <vt:lpstr>Arial Narrow</vt:lpstr>
      <vt:lpstr>Saturday Sans Regular</vt:lpstr>
      <vt:lpstr>Miss Sweetie</vt:lpstr>
      <vt:lpstr>Office Theme</vt:lpstr>
      <vt:lpstr>11_Architecture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听风昼眠</cp:lastModifiedBy>
  <cp:revision>155</cp:revision>
  <cp:lastPrinted>2019-02-04T10:33:00Z</cp:lastPrinted>
  <dcterms:created xsi:type="dcterms:W3CDTF">2019-01-30T13:25:00Z</dcterms:created>
  <dcterms:modified xsi:type="dcterms:W3CDTF">2025-10-10T20:33:12Z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D729612BE1BE423390364EB94EB7FD72_13</vt:lpwstr>
  </property>
  <property fmtid="{D5CDD505-2E9C-101B-9397-08002B2CF9AE}" pid="3" name="KSOProductBuildVer">
    <vt:lpwstr>2052-12.1.0.21915</vt:lpwstr>
  </property>
  <property fmtid="{D5CDD505-2E9C-101B-9397-08002B2CF9AE}" pid="4" name="ContentTypeId">
    <vt:lpwstr>0x0101001DA3D6F334C1AA408A80486D71036560</vt:lpwstr>
  </property>
</Properties>
</file>