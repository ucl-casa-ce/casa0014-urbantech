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4"/>
  </p:notesMasterIdLst>
  <p:sldIdLst>
    <p:sldId id="645" r:id="rId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76212E9-16B5-D64B-A804-FE4488C6BA69}">
          <p14:sldIdLst>
            <p14:sldId id="645"/>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59"/>
    <p:restoredTop sz="81893"/>
  </p:normalViewPr>
  <p:slideViewPr>
    <p:cSldViewPr snapToGrid="0" snapToObjects="1" showGuides="1">
      <p:cViewPr varScale="1">
        <p:scale>
          <a:sx n="137" d="100"/>
          <a:sy n="137" d="100"/>
        </p:scale>
        <p:origin x="720" y="184"/>
      </p:cViewPr>
      <p:guideLst>
        <p:guide orient="horz" pos="1620"/>
        <p:guide pos="288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notesMaster" Target="notesMasters/notesMaster1.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27553-E92D-E641-8EAC-5FB8816F46C8}" type="datetimeFigureOut">
              <a:rPr lang="en-US" smtClean="0"/>
              <a:t>10/12/25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8CAC4-B1A4-5A41-96C6-27A5F45FE6EA}" type="slidenum">
              <a:rPr lang="en-US" smtClean="0"/>
              <a:t>‹#›</a:t>
            </a:fld>
            <a:endParaRPr lang="en-US"/>
          </a:p>
        </p:txBody>
      </p:sp>
    </p:spTree>
    <p:extLst>
      <p:ext uri="{BB962C8B-B14F-4D97-AF65-F5344CB8AC3E}">
        <p14:creationId xmlns:p14="http://schemas.microsoft.com/office/powerpoint/2010/main" val="500134210"/>
      </p:ext>
    </p:extLst>
  </p:cSld>
  <p:clrMap bg1="lt1" tx1="dk1" bg2="lt2" tx2="dk2" accent1="accent1" accent2="accent2" accent3="accent3" accent4="accent4" accent5="accent5" accent6="accent6" hlink="hlink" folHlink="folHlink"/>
  <p:notesStyle>
    <a:lvl1pPr marL="0" algn="l" defTabSz="685772" rtl="0" eaLnBrk="1" latinLnBrk="0" hangingPunct="1">
      <a:defRPr sz="900" kern="1200">
        <a:solidFill>
          <a:schemeClr val="tx1"/>
        </a:solidFill>
        <a:latin typeface="+mn-lt"/>
        <a:ea typeface="+mn-ea"/>
        <a:cs typeface="+mn-cs"/>
      </a:defRPr>
    </a:lvl1pPr>
    <a:lvl2pPr marL="342887" algn="l" defTabSz="685772" rtl="0" eaLnBrk="1" latinLnBrk="0" hangingPunct="1">
      <a:defRPr sz="900" kern="1200">
        <a:solidFill>
          <a:schemeClr val="tx1"/>
        </a:solidFill>
        <a:latin typeface="+mn-lt"/>
        <a:ea typeface="+mn-ea"/>
        <a:cs typeface="+mn-cs"/>
      </a:defRPr>
    </a:lvl2pPr>
    <a:lvl3pPr marL="685772" algn="l" defTabSz="685772" rtl="0" eaLnBrk="1" latinLnBrk="0" hangingPunct="1">
      <a:defRPr sz="900" kern="1200">
        <a:solidFill>
          <a:schemeClr val="tx1"/>
        </a:solidFill>
        <a:latin typeface="+mn-lt"/>
        <a:ea typeface="+mn-ea"/>
        <a:cs typeface="+mn-cs"/>
      </a:defRPr>
    </a:lvl3pPr>
    <a:lvl4pPr marL="1028659" algn="l" defTabSz="685772" rtl="0" eaLnBrk="1" latinLnBrk="0" hangingPunct="1">
      <a:defRPr sz="900" kern="1200">
        <a:solidFill>
          <a:schemeClr val="tx1"/>
        </a:solidFill>
        <a:latin typeface="+mn-lt"/>
        <a:ea typeface="+mn-ea"/>
        <a:cs typeface="+mn-cs"/>
      </a:defRPr>
    </a:lvl4pPr>
    <a:lvl5pPr marL="1371545" algn="l" defTabSz="685772" rtl="0" eaLnBrk="1" latinLnBrk="0" hangingPunct="1">
      <a:defRPr sz="900" kern="1200">
        <a:solidFill>
          <a:schemeClr val="tx1"/>
        </a:solidFill>
        <a:latin typeface="+mn-lt"/>
        <a:ea typeface="+mn-ea"/>
        <a:cs typeface="+mn-cs"/>
      </a:defRPr>
    </a:lvl5pPr>
    <a:lvl6pPr marL="1714432" algn="l" defTabSz="685772" rtl="0" eaLnBrk="1" latinLnBrk="0" hangingPunct="1">
      <a:defRPr sz="900" kern="1200">
        <a:solidFill>
          <a:schemeClr val="tx1"/>
        </a:solidFill>
        <a:latin typeface="+mn-lt"/>
        <a:ea typeface="+mn-ea"/>
        <a:cs typeface="+mn-cs"/>
      </a:defRPr>
    </a:lvl6pPr>
    <a:lvl7pPr marL="2057318" algn="l" defTabSz="685772" rtl="0" eaLnBrk="1" latinLnBrk="0" hangingPunct="1">
      <a:defRPr sz="900" kern="1200">
        <a:solidFill>
          <a:schemeClr val="tx1"/>
        </a:solidFill>
        <a:latin typeface="+mn-lt"/>
        <a:ea typeface="+mn-ea"/>
        <a:cs typeface="+mn-cs"/>
      </a:defRPr>
    </a:lvl7pPr>
    <a:lvl8pPr marL="2400204" algn="l" defTabSz="685772" rtl="0" eaLnBrk="1" latinLnBrk="0" hangingPunct="1">
      <a:defRPr sz="900" kern="1200">
        <a:solidFill>
          <a:schemeClr val="tx1"/>
        </a:solidFill>
        <a:latin typeface="+mn-lt"/>
        <a:ea typeface="+mn-ea"/>
        <a:cs typeface="+mn-cs"/>
      </a:defRPr>
    </a:lvl8pPr>
    <a:lvl9pPr marL="2743091" algn="l" defTabSz="685772"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p:txBody>
      </p:sp>
      <p:sp>
        <p:nvSpPr>
          <p:cNvPr id="4" name="Slide Number Placeholder 3"/>
          <p:cNvSpPr>
            <a:spLocks noGrp="1"/>
          </p:cNvSpPr>
          <p:nvPr>
            <p:ph type="sldNum" sz="quarter" idx="5"/>
          </p:nvPr>
        </p:nvSpPr>
        <p:spPr/>
        <p:txBody>
          <a:bodyPr/>
          <a:lstStyle/>
          <a:p>
            <a:fld id="{6958CAC4-B1A4-5A41-96C6-27A5F45FE6EA}" type="slidenum">
              <a:rPr lang="en-US" smtClean="0"/>
              <a:t>1</a:t>
            </a:fld>
            <a:endParaRPr lang="en-US"/>
          </a:p>
        </p:txBody>
      </p:sp>
    </p:spTree>
    <p:extLst>
      <p:ext uri="{BB962C8B-B14F-4D97-AF65-F5344CB8AC3E}">
        <p14:creationId xmlns:p14="http://schemas.microsoft.com/office/powerpoint/2010/main" val="4221533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84" indent="0" algn="ctr">
              <a:buNone/>
              <a:defRPr sz="1500"/>
            </a:lvl2pPr>
            <a:lvl3pPr marL="685770" indent="0" algn="ctr">
              <a:buNone/>
              <a:defRPr sz="1350"/>
            </a:lvl3pPr>
            <a:lvl4pPr marL="1028654" indent="0" algn="ctr">
              <a:buNone/>
              <a:defRPr sz="1200"/>
            </a:lvl4pPr>
            <a:lvl5pPr marL="1371539" indent="0" algn="ctr">
              <a:buNone/>
              <a:defRPr sz="1200"/>
            </a:lvl5pPr>
            <a:lvl6pPr marL="1714424" indent="0" algn="ctr">
              <a:buNone/>
              <a:defRPr sz="1200"/>
            </a:lvl6pPr>
            <a:lvl7pPr marL="2057308" indent="0" algn="ctr">
              <a:buNone/>
              <a:defRPr sz="1200"/>
            </a:lvl7pPr>
            <a:lvl8pPr marL="2400192" indent="0" algn="ctr">
              <a:buNone/>
              <a:defRPr sz="1200"/>
            </a:lvl8pPr>
            <a:lvl9pPr marL="2743078"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186469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9546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7"/>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84" indent="0">
              <a:buNone/>
              <a:defRPr sz="1500">
                <a:solidFill>
                  <a:schemeClr val="tx1">
                    <a:tint val="75000"/>
                  </a:schemeClr>
                </a:solidFill>
              </a:defRPr>
            </a:lvl2pPr>
            <a:lvl3pPr marL="685770" indent="0">
              <a:buNone/>
              <a:defRPr sz="1350">
                <a:solidFill>
                  <a:schemeClr val="tx1">
                    <a:tint val="75000"/>
                  </a:schemeClr>
                </a:solidFill>
              </a:defRPr>
            </a:lvl3pPr>
            <a:lvl4pPr marL="1028654" indent="0">
              <a:buNone/>
              <a:defRPr sz="1200">
                <a:solidFill>
                  <a:schemeClr val="tx1">
                    <a:tint val="75000"/>
                  </a:schemeClr>
                </a:solidFill>
              </a:defRPr>
            </a:lvl4pPr>
            <a:lvl5pPr marL="1371539" indent="0">
              <a:buNone/>
              <a:defRPr sz="1200">
                <a:solidFill>
                  <a:schemeClr val="tx1">
                    <a:tint val="75000"/>
                  </a:schemeClr>
                </a:solidFill>
              </a:defRPr>
            </a:lvl5pPr>
            <a:lvl6pPr marL="1714424" indent="0">
              <a:buNone/>
              <a:defRPr sz="1200">
                <a:solidFill>
                  <a:schemeClr val="tx1">
                    <a:tint val="75000"/>
                  </a:schemeClr>
                </a:solidFill>
              </a:defRPr>
            </a:lvl6pPr>
            <a:lvl7pPr marL="2057308" indent="0">
              <a:buNone/>
              <a:defRPr sz="1200">
                <a:solidFill>
                  <a:schemeClr val="tx1">
                    <a:tint val="75000"/>
                  </a:schemeClr>
                </a:solidFill>
              </a:defRPr>
            </a:lvl7pPr>
            <a:lvl8pPr marL="2400192" indent="0">
              <a:buNone/>
              <a:defRPr sz="1200">
                <a:solidFill>
                  <a:schemeClr val="tx1">
                    <a:tint val="75000"/>
                  </a:schemeClr>
                </a:solidFill>
              </a:defRPr>
            </a:lvl8pPr>
            <a:lvl9pPr marL="2743078"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CFCEBF-36FC-6841-BB73-A86EEE8F38FA}"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608713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CFCEBF-36FC-6841-BB73-A86EEE8F38FA}" type="datetimeFigureOut">
              <a:rPr lang="en-US" smtClean="0"/>
              <a:t>10/12/25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145043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884" indent="0">
              <a:buNone/>
              <a:defRPr sz="1500" b="1"/>
            </a:lvl2pPr>
            <a:lvl3pPr marL="685770" indent="0">
              <a:buNone/>
              <a:defRPr sz="1350" b="1"/>
            </a:lvl3pPr>
            <a:lvl4pPr marL="1028654" indent="0">
              <a:buNone/>
              <a:defRPr sz="1200" b="1"/>
            </a:lvl4pPr>
            <a:lvl5pPr marL="1371539" indent="0">
              <a:buNone/>
              <a:defRPr sz="1200" b="1"/>
            </a:lvl5pPr>
            <a:lvl6pPr marL="1714424" indent="0">
              <a:buNone/>
              <a:defRPr sz="1200" b="1"/>
            </a:lvl6pPr>
            <a:lvl7pPr marL="2057308" indent="0">
              <a:buNone/>
              <a:defRPr sz="1200" b="1"/>
            </a:lvl7pPr>
            <a:lvl8pPr marL="2400192" indent="0">
              <a:buNone/>
              <a:defRPr sz="1200" b="1"/>
            </a:lvl8pPr>
            <a:lvl9pPr marL="2743078"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9"/>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6" y="1260872"/>
            <a:ext cx="3887391" cy="617934"/>
          </a:xfrm>
        </p:spPr>
        <p:txBody>
          <a:bodyPr anchor="b"/>
          <a:lstStyle>
            <a:lvl1pPr marL="0" indent="0">
              <a:buNone/>
              <a:defRPr sz="1800" b="1"/>
            </a:lvl1pPr>
            <a:lvl2pPr marL="342884" indent="0">
              <a:buNone/>
              <a:defRPr sz="1500" b="1"/>
            </a:lvl2pPr>
            <a:lvl3pPr marL="685770" indent="0">
              <a:buNone/>
              <a:defRPr sz="1350" b="1"/>
            </a:lvl3pPr>
            <a:lvl4pPr marL="1028654" indent="0">
              <a:buNone/>
              <a:defRPr sz="1200" b="1"/>
            </a:lvl4pPr>
            <a:lvl5pPr marL="1371539" indent="0">
              <a:buNone/>
              <a:defRPr sz="1200" b="1"/>
            </a:lvl5pPr>
            <a:lvl6pPr marL="1714424" indent="0">
              <a:buNone/>
              <a:defRPr sz="1200" b="1"/>
            </a:lvl6pPr>
            <a:lvl7pPr marL="2057308" indent="0">
              <a:buNone/>
              <a:defRPr sz="1200" b="1"/>
            </a:lvl7pPr>
            <a:lvl8pPr marL="2400192" indent="0">
              <a:buNone/>
              <a:defRPr sz="1200" b="1"/>
            </a:lvl8pPr>
            <a:lvl9pPr marL="2743078" indent="0">
              <a:buNone/>
              <a:defRPr sz="1200" b="1"/>
            </a:lvl9pPr>
          </a:lstStyle>
          <a:p>
            <a:pPr lvl="0"/>
            <a:r>
              <a:rPr lang="en-US"/>
              <a:t>Edit Master text styles</a:t>
            </a:r>
          </a:p>
        </p:txBody>
      </p:sp>
      <p:sp>
        <p:nvSpPr>
          <p:cNvPr id="6" name="Content Placeholder 5"/>
          <p:cNvSpPr>
            <a:spLocks noGrp="1"/>
          </p:cNvSpPr>
          <p:nvPr>
            <p:ph sz="quarter" idx="4"/>
          </p:nvPr>
        </p:nvSpPr>
        <p:spPr>
          <a:xfrm>
            <a:off x="4629156" y="1878809"/>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CFCEBF-36FC-6841-BB73-A86EEE8F38FA}" type="datetimeFigureOut">
              <a:rPr lang="en-US" smtClean="0"/>
              <a:t>10/12/25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398978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CFCEBF-36FC-6841-BB73-A86EEE8F38FA}" type="datetimeFigureOut">
              <a:rPr lang="en-US" smtClean="0"/>
              <a:t>10/12/25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18259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CFCEBF-36FC-6841-BB73-A86EEE8F38FA}" type="datetimeFigureOut">
              <a:rPr lang="en-US" smtClean="0"/>
              <a:t>10/12/25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621933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84" indent="0">
              <a:buNone/>
              <a:defRPr sz="1050"/>
            </a:lvl2pPr>
            <a:lvl3pPr marL="685770" indent="0">
              <a:buNone/>
              <a:defRPr sz="900"/>
            </a:lvl3pPr>
            <a:lvl4pPr marL="1028654" indent="0">
              <a:buNone/>
              <a:defRPr sz="750"/>
            </a:lvl4pPr>
            <a:lvl5pPr marL="1371539" indent="0">
              <a:buNone/>
              <a:defRPr sz="750"/>
            </a:lvl5pPr>
            <a:lvl6pPr marL="1714424" indent="0">
              <a:buNone/>
              <a:defRPr sz="750"/>
            </a:lvl6pPr>
            <a:lvl7pPr marL="2057308" indent="0">
              <a:buNone/>
              <a:defRPr sz="750"/>
            </a:lvl7pPr>
            <a:lvl8pPr marL="2400192" indent="0">
              <a:buNone/>
              <a:defRPr sz="750"/>
            </a:lvl8pPr>
            <a:lvl9pPr marL="2743078"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ECFCEBF-36FC-6841-BB73-A86EEE8F38FA}" type="datetimeFigureOut">
              <a:rPr lang="en-US" smtClean="0"/>
              <a:t>10/12/25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4198371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70"/>
            <a:ext cx="4629150" cy="3655219"/>
          </a:xfrm>
        </p:spPr>
        <p:txBody>
          <a:bodyPr anchor="t"/>
          <a:lstStyle>
            <a:lvl1pPr marL="0" indent="0">
              <a:buNone/>
              <a:defRPr sz="2400"/>
            </a:lvl1pPr>
            <a:lvl2pPr marL="342884" indent="0">
              <a:buNone/>
              <a:defRPr sz="2100"/>
            </a:lvl2pPr>
            <a:lvl3pPr marL="685770" indent="0">
              <a:buNone/>
              <a:defRPr sz="1800"/>
            </a:lvl3pPr>
            <a:lvl4pPr marL="1028654" indent="0">
              <a:buNone/>
              <a:defRPr sz="1500"/>
            </a:lvl4pPr>
            <a:lvl5pPr marL="1371539" indent="0">
              <a:buNone/>
              <a:defRPr sz="1500"/>
            </a:lvl5pPr>
            <a:lvl6pPr marL="1714424" indent="0">
              <a:buNone/>
              <a:defRPr sz="1500"/>
            </a:lvl6pPr>
            <a:lvl7pPr marL="2057308" indent="0">
              <a:buNone/>
              <a:defRPr sz="1500"/>
            </a:lvl7pPr>
            <a:lvl8pPr marL="2400192" indent="0">
              <a:buNone/>
              <a:defRPr sz="1500"/>
            </a:lvl8pPr>
            <a:lvl9pPr marL="2743078"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84" indent="0">
              <a:buNone/>
              <a:defRPr sz="1050"/>
            </a:lvl2pPr>
            <a:lvl3pPr marL="685770" indent="0">
              <a:buNone/>
              <a:defRPr sz="900"/>
            </a:lvl3pPr>
            <a:lvl4pPr marL="1028654" indent="0">
              <a:buNone/>
              <a:defRPr sz="750"/>
            </a:lvl4pPr>
            <a:lvl5pPr marL="1371539" indent="0">
              <a:buNone/>
              <a:defRPr sz="750"/>
            </a:lvl5pPr>
            <a:lvl6pPr marL="1714424" indent="0">
              <a:buNone/>
              <a:defRPr sz="750"/>
            </a:lvl6pPr>
            <a:lvl7pPr marL="2057308" indent="0">
              <a:buNone/>
              <a:defRPr sz="750"/>
            </a:lvl7pPr>
            <a:lvl8pPr marL="2400192" indent="0">
              <a:buNone/>
              <a:defRPr sz="750"/>
            </a:lvl8pPr>
            <a:lvl9pPr marL="2743078"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ECFCEBF-36FC-6841-BB73-A86EEE8F38FA}" type="datetimeFigureOut">
              <a:rPr lang="en-US" smtClean="0"/>
              <a:t>10/12/25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2445063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16683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7"/>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6" y="273847"/>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t>‹#›</a:t>
            </a:fld>
            <a:endParaRPr lang="en-US"/>
          </a:p>
        </p:txBody>
      </p:sp>
    </p:spTree>
    <p:extLst>
      <p:ext uri="{BB962C8B-B14F-4D97-AF65-F5344CB8AC3E}">
        <p14:creationId xmlns:p14="http://schemas.microsoft.com/office/powerpoint/2010/main" val="351447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4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177" indent="0" algn="ctr">
              <a:buNone/>
              <a:defRPr/>
            </a:lvl2pPr>
            <a:lvl3pPr marL="914354" indent="0" algn="ctr">
              <a:buNone/>
              <a:defRPr/>
            </a:lvl3pPr>
            <a:lvl4pPr marL="1371532"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t>Click to edit Master subtitle style</a:t>
            </a:r>
          </a:p>
        </p:txBody>
      </p:sp>
      <p:sp>
        <p:nvSpPr>
          <p:cNvPr id="4" name="Slide Number Placeholder 1"/>
          <p:cNvSpPr>
            <a:spLocks noGrp="1"/>
          </p:cNvSpPr>
          <p:nvPr>
            <p:ph type="sldNum" sz="quarter" idx="10"/>
          </p:nvPr>
        </p:nvSpPr>
        <p:spPr>
          <a:ln/>
        </p:spPr>
        <p:txBody>
          <a:bodyPr/>
          <a:lstStyle>
            <a:lvl1pPr>
              <a:defRPr/>
            </a:lvl1pPr>
          </a:lstStyle>
          <a:p>
            <a:pPr>
              <a:defRPr/>
            </a:pPr>
            <a:fld id="{7B031FD1-127D-412B-A7FA-FEF8F0C8AB1D}" type="slidenum">
              <a:rPr lang="en-GB"/>
              <a:pPr>
                <a:defRPr/>
              </a:pPr>
              <a:t>‹#›</a:t>
            </a:fld>
            <a:endParaRPr lang="en-GB"/>
          </a:p>
        </p:txBody>
      </p:sp>
    </p:spTree>
    <p:extLst>
      <p:ext uri="{BB962C8B-B14F-4D97-AF65-F5344CB8AC3E}">
        <p14:creationId xmlns:p14="http://schemas.microsoft.com/office/powerpoint/2010/main" val="1513332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0"/>
          </p:nvPr>
        </p:nvSpPr>
        <p:spPr>
          <a:ln/>
        </p:spPr>
        <p:txBody>
          <a:bodyPr/>
          <a:lstStyle>
            <a:lvl1pPr>
              <a:defRPr/>
            </a:lvl1pPr>
          </a:lstStyle>
          <a:p>
            <a:pPr>
              <a:defRPr/>
            </a:pPr>
            <a:fld id="{FD12D53D-39E1-4231-BA24-E157ABA8ECC1}" type="slidenum">
              <a:rPr lang="en-GB"/>
              <a:pPr>
                <a:defRPr/>
              </a:pPr>
              <a:t>‹#›</a:t>
            </a:fld>
            <a:endParaRPr lang="en-GB"/>
          </a:p>
        </p:txBody>
      </p:sp>
    </p:spTree>
    <p:extLst>
      <p:ext uri="{BB962C8B-B14F-4D97-AF65-F5344CB8AC3E}">
        <p14:creationId xmlns:p14="http://schemas.microsoft.com/office/powerpoint/2010/main" val="116434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
        <p:nvSpPr>
          <p:cNvPr id="4" name="Slide Number Placeholder 1"/>
          <p:cNvSpPr>
            <a:spLocks noGrp="1"/>
          </p:cNvSpPr>
          <p:nvPr>
            <p:ph type="sldNum" sz="quarter" idx="10"/>
          </p:nvPr>
        </p:nvSpPr>
        <p:spPr>
          <a:ln/>
        </p:spPr>
        <p:txBody>
          <a:bodyPr/>
          <a:lstStyle>
            <a:lvl1pPr>
              <a:defRPr/>
            </a:lvl1pPr>
          </a:lstStyle>
          <a:p>
            <a:pPr>
              <a:defRPr/>
            </a:pPr>
            <a:fld id="{025DEBF1-8136-42C6-9FF3-0B14050AE327}" type="slidenum">
              <a:rPr lang="en-GB"/>
              <a:pPr>
                <a:defRPr/>
              </a:pPr>
              <a:t>‹#›</a:t>
            </a:fld>
            <a:endParaRPr lang="en-GB"/>
          </a:p>
        </p:txBody>
      </p:sp>
    </p:spTree>
    <p:extLst>
      <p:ext uri="{BB962C8B-B14F-4D97-AF65-F5344CB8AC3E}">
        <p14:creationId xmlns:p14="http://schemas.microsoft.com/office/powerpoint/2010/main" val="1564910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0500" y="1201341"/>
            <a:ext cx="4305300" cy="33932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1341"/>
            <a:ext cx="4305300" cy="33932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
          <p:cNvSpPr>
            <a:spLocks noGrp="1"/>
          </p:cNvSpPr>
          <p:nvPr>
            <p:ph type="sldNum" sz="quarter" idx="10"/>
          </p:nvPr>
        </p:nvSpPr>
        <p:spPr>
          <a:ln/>
        </p:spPr>
        <p:txBody>
          <a:bodyPr/>
          <a:lstStyle>
            <a:lvl1pPr>
              <a:defRPr/>
            </a:lvl1pPr>
          </a:lstStyle>
          <a:p>
            <a:pPr>
              <a:defRPr/>
            </a:pPr>
            <a:fld id="{6FDE68A2-00D0-472A-A9D8-FF42D58E49D8}" type="slidenum">
              <a:rPr lang="en-GB"/>
              <a:pPr>
                <a:defRPr/>
              </a:pPr>
              <a:t>‹#›</a:t>
            </a:fld>
            <a:endParaRPr lang="en-GB"/>
          </a:p>
        </p:txBody>
      </p:sp>
    </p:spTree>
    <p:extLst>
      <p:ext uri="{BB962C8B-B14F-4D97-AF65-F5344CB8AC3E}">
        <p14:creationId xmlns:p14="http://schemas.microsoft.com/office/powerpoint/2010/main" val="2201690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
          <p:cNvSpPr>
            <a:spLocks noGrp="1"/>
          </p:cNvSpPr>
          <p:nvPr>
            <p:ph type="sldNum" sz="quarter" idx="10"/>
          </p:nvPr>
        </p:nvSpPr>
        <p:spPr>
          <a:ln/>
        </p:spPr>
        <p:txBody>
          <a:bodyPr/>
          <a:lstStyle>
            <a:lvl1pPr>
              <a:defRPr/>
            </a:lvl1pPr>
          </a:lstStyle>
          <a:p>
            <a:pPr>
              <a:defRPr/>
            </a:pPr>
            <a:fld id="{AC1810F1-F0FC-48A2-9F4E-96172F26CA38}" type="slidenum">
              <a:rPr lang="en-GB"/>
              <a:pPr>
                <a:defRPr/>
              </a:pPr>
              <a:t>‹#›</a:t>
            </a:fld>
            <a:endParaRPr lang="en-GB"/>
          </a:p>
        </p:txBody>
      </p:sp>
    </p:spTree>
    <p:extLst>
      <p:ext uri="{BB962C8B-B14F-4D97-AF65-F5344CB8AC3E}">
        <p14:creationId xmlns:p14="http://schemas.microsoft.com/office/powerpoint/2010/main" val="4132096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1"/>
          <p:cNvSpPr>
            <a:spLocks noGrp="1"/>
          </p:cNvSpPr>
          <p:nvPr>
            <p:ph type="sldNum" sz="quarter" idx="10"/>
          </p:nvPr>
        </p:nvSpPr>
        <p:spPr>
          <a:ln/>
        </p:spPr>
        <p:txBody>
          <a:bodyPr/>
          <a:lstStyle>
            <a:lvl1pPr>
              <a:defRPr/>
            </a:lvl1pPr>
          </a:lstStyle>
          <a:p>
            <a:pPr>
              <a:defRPr/>
            </a:pPr>
            <a:fld id="{6152C491-01D7-4FB3-BDB2-1DAE90FB3F39}" type="slidenum">
              <a:rPr lang="en-GB"/>
              <a:pPr>
                <a:defRPr/>
              </a:pPr>
              <a:t>‹#›</a:t>
            </a:fld>
            <a:endParaRPr lang="en-GB"/>
          </a:p>
        </p:txBody>
      </p:sp>
    </p:spTree>
    <p:extLst>
      <p:ext uri="{BB962C8B-B14F-4D97-AF65-F5344CB8AC3E}">
        <p14:creationId xmlns:p14="http://schemas.microsoft.com/office/powerpoint/2010/main" val="259908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ln/>
        </p:spPr>
        <p:txBody>
          <a:bodyPr/>
          <a:lstStyle>
            <a:lvl1pPr>
              <a:defRPr/>
            </a:lvl1pPr>
          </a:lstStyle>
          <a:p>
            <a:pPr>
              <a:defRPr/>
            </a:pPr>
            <a:fld id="{1D9DE526-BA90-4DB1-A7A3-BD72570A4977}" type="slidenum">
              <a:rPr lang="en-GB"/>
              <a:pPr>
                <a:defRPr/>
              </a:pPr>
              <a:t>‹#›</a:t>
            </a:fld>
            <a:endParaRPr lang="en-GB"/>
          </a:p>
        </p:txBody>
      </p:sp>
    </p:spTree>
    <p:extLst>
      <p:ext uri="{BB962C8B-B14F-4D97-AF65-F5344CB8AC3E}">
        <p14:creationId xmlns:p14="http://schemas.microsoft.com/office/powerpoint/2010/main" val="4273729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81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
        <p:nvSpPr>
          <p:cNvPr id="5" name="Slide Number Placeholder 1"/>
          <p:cNvSpPr>
            <a:spLocks noGrp="1"/>
          </p:cNvSpPr>
          <p:nvPr>
            <p:ph type="sldNum" sz="quarter" idx="10"/>
          </p:nvPr>
        </p:nvSpPr>
        <p:spPr>
          <a:ln/>
        </p:spPr>
        <p:txBody>
          <a:bodyPr/>
          <a:lstStyle>
            <a:lvl1pPr>
              <a:defRPr/>
            </a:lvl1pPr>
          </a:lstStyle>
          <a:p>
            <a:pPr>
              <a:defRPr/>
            </a:pPr>
            <a:fld id="{9DB80167-8A7A-4FB6-8D44-EB04D54B07F6}" type="slidenum">
              <a:rPr lang="en-GB"/>
              <a:pPr>
                <a:defRPr/>
              </a:pPr>
              <a:t>‹#›</a:t>
            </a:fld>
            <a:endParaRPr lang="en-GB"/>
          </a:p>
        </p:txBody>
      </p:sp>
    </p:spTree>
    <p:extLst>
      <p:ext uri="{BB962C8B-B14F-4D97-AF65-F5344CB8AC3E}">
        <p14:creationId xmlns:p14="http://schemas.microsoft.com/office/powerpoint/2010/main" val="1227032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lIns="91431" tIns="45716" rIns="91431" bIns="45716"/>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4025525"/>
            <a:ext cx="5486400" cy="603647"/>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
        <p:nvSpPr>
          <p:cNvPr id="5" name="Slide Number Placeholder 1"/>
          <p:cNvSpPr>
            <a:spLocks noGrp="1"/>
          </p:cNvSpPr>
          <p:nvPr>
            <p:ph type="sldNum" sz="quarter" idx="10"/>
          </p:nvPr>
        </p:nvSpPr>
        <p:spPr>
          <a:ln/>
        </p:spPr>
        <p:txBody>
          <a:bodyPr/>
          <a:lstStyle>
            <a:lvl1pPr>
              <a:defRPr/>
            </a:lvl1pPr>
          </a:lstStyle>
          <a:p>
            <a:pPr>
              <a:defRPr/>
            </a:pPr>
            <a:fld id="{DF6CB3AD-9740-4D17-9F9C-3D5E43BA6B51}" type="slidenum">
              <a:rPr lang="en-GB"/>
              <a:pPr>
                <a:defRPr/>
              </a:pPr>
              <a:t>‹#›</a:t>
            </a:fld>
            <a:endParaRPr lang="en-GB"/>
          </a:p>
        </p:txBody>
      </p:sp>
    </p:spTree>
    <p:extLst>
      <p:ext uri="{BB962C8B-B14F-4D97-AF65-F5344CB8AC3E}">
        <p14:creationId xmlns:p14="http://schemas.microsoft.com/office/powerpoint/2010/main" val="40542302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0"/>
          </p:nvPr>
        </p:nvSpPr>
        <p:spPr>
          <a:ln/>
        </p:spPr>
        <p:txBody>
          <a:bodyPr/>
          <a:lstStyle>
            <a:lvl1pPr>
              <a:defRPr/>
            </a:lvl1pPr>
          </a:lstStyle>
          <a:p>
            <a:pPr>
              <a:defRPr/>
            </a:pPr>
            <a:fld id="{438B483E-E478-4817-A116-EA086DE40F55}" type="slidenum">
              <a:rPr lang="en-GB"/>
              <a:pPr>
                <a:defRPr/>
              </a:pPr>
              <a:t>‹#›</a:t>
            </a:fld>
            <a:endParaRPr lang="en-GB"/>
          </a:p>
        </p:txBody>
      </p:sp>
    </p:spTree>
    <p:extLst>
      <p:ext uri="{BB962C8B-B14F-4D97-AF65-F5344CB8AC3E}">
        <p14:creationId xmlns:p14="http://schemas.microsoft.com/office/powerpoint/2010/main" val="19462042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73819"/>
            <a:ext cx="2190750" cy="452080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90500" y="73819"/>
            <a:ext cx="6419850" cy="45208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0"/>
          </p:nvPr>
        </p:nvSpPr>
        <p:spPr>
          <a:ln/>
        </p:spPr>
        <p:txBody>
          <a:bodyPr/>
          <a:lstStyle>
            <a:lvl1pPr>
              <a:defRPr/>
            </a:lvl1pPr>
          </a:lstStyle>
          <a:p>
            <a:pPr>
              <a:defRPr/>
            </a:pPr>
            <a:fld id="{52831AE7-8258-4BD0-BA99-669542605E95}" type="slidenum">
              <a:rPr lang="en-GB"/>
              <a:pPr>
                <a:defRPr/>
              </a:pPr>
              <a:t>‹#›</a:t>
            </a:fld>
            <a:endParaRPr lang="en-GB"/>
          </a:p>
        </p:txBody>
      </p:sp>
    </p:spTree>
    <p:extLst>
      <p:ext uri="{BB962C8B-B14F-4D97-AF65-F5344CB8AC3E}">
        <p14:creationId xmlns:p14="http://schemas.microsoft.com/office/powerpoint/2010/main" val="12961920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258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007571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23144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73991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70850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766573"/>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97875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222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700757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35465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image" Target="../media/image1.jpe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ECFCEBF-36FC-6841-BB73-A86EEE8F38FA}" type="datetimeFigureOut">
              <a:rPr lang="en-US" smtClean="0"/>
              <a:t>10/12/25</a:t>
            </a:fld>
            <a:endParaRPr 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B498E6A-451C-4745-A48F-0736EED56A5B}" type="slidenum">
              <a:rPr lang="en-US" smtClean="0"/>
              <a:t>‹#›</a:t>
            </a:fld>
            <a:endParaRPr lang="en-US"/>
          </a:p>
        </p:txBody>
      </p:sp>
    </p:spTree>
    <p:extLst>
      <p:ext uri="{BB962C8B-B14F-4D97-AF65-F5344CB8AC3E}">
        <p14:creationId xmlns:p14="http://schemas.microsoft.com/office/powerpoint/2010/main" val="4058398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77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2" indent="-171442" algn="l" defTabSz="68577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28" indent="-171442" algn="l" defTabSz="68577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10" indent="-171442" algn="l" defTabSz="68577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6"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80"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65"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50"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35"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20" indent="-171442"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70" rtl="0" eaLnBrk="1" latinLnBrk="0" hangingPunct="1">
        <a:defRPr sz="1350" kern="1200">
          <a:solidFill>
            <a:schemeClr val="tx1"/>
          </a:solidFill>
          <a:latin typeface="+mn-lt"/>
          <a:ea typeface="+mn-ea"/>
          <a:cs typeface="+mn-cs"/>
        </a:defRPr>
      </a:lvl1pPr>
      <a:lvl2pPr marL="342884" algn="l" defTabSz="685770" rtl="0" eaLnBrk="1" latinLnBrk="0" hangingPunct="1">
        <a:defRPr sz="1350" kern="1200">
          <a:solidFill>
            <a:schemeClr val="tx1"/>
          </a:solidFill>
          <a:latin typeface="+mn-lt"/>
          <a:ea typeface="+mn-ea"/>
          <a:cs typeface="+mn-cs"/>
        </a:defRPr>
      </a:lvl2pPr>
      <a:lvl3pPr marL="685770" algn="l" defTabSz="685770" rtl="0" eaLnBrk="1" latinLnBrk="0" hangingPunct="1">
        <a:defRPr sz="1350" kern="1200">
          <a:solidFill>
            <a:schemeClr val="tx1"/>
          </a:solidFill>
          <a:latin typeface="+mn-lt"/>
          <a:ea typeface="+mn-ea"/>
          <a:cs typeface="+mn-cs"/>
        </a:defRPr>
      </a:lvl3pPr>
      <a:lvl4pPr marL="1028654" algn="l" defTabSz="685770" rtl="0" eaLnBrk="1" latinLnBrk="0" hangingPunct="1">
        <a:defRPr sz="1350" kern="1200">
          <a:solidFill>
            <a:schemeClr val="tx1"/>
          </a:solidFill>
          <a:latin typeface="+mn-lt"/>
          <a:ea typeface="+mn-ea"/>
          <a:cs typeface="+mn-cs"/>
        </a:defRPr>
      </a:lvl4pPr>
      <a:lvl5pPr marL="1371539" algn="l" defTabSz="685770" rtl="0" eaLnBrk="1" latinLnBrk="0" hangingPunct="1">
        <a:defRPr sz="1350" kern="1200">
          <a:solidFill>
            <a:schemeClr val="tx1"/>
          </a:solidFill>
          <a:latin typeface="+mn-lt"/>
          <a:ea typeface="+mn-ea"/>
          <a:cs typeface="+mn-cs"/>
        </a:defRPr>
      </a:lvl5pPr>
      <a:lvl6pPr marL="1714424" algn="l" defTabSz="685770" rtl="0" eaLnBrk="1" latinLnBrk="0" hangingPunct="1">
        <a:defRPr sz="1350" kern="1200">
          <a:solidFill>
            <a:schemeClr val="tx1"/>
          </a:solidFill>
          <a:latin typeface="+mn-lt"/>
          <a:ea typeface="+mn-ea"/>
          <a:cs typeface="+mn-cs"/>
        </a:defRPr>
      </a:lvl6pPr>
      <a:lvl7pPr marL="2057308" algn="l" defTabSz="685770" rtl="0" eaLnBrk="1" latinLnBrk="0" hangingPunct="1">
        <a:defRPr sz="1350" kern="1200">
          <a:solidFill>
            <a:schemeClr val="tx1"/>
          </a:solidFill>
          <a:latin typeface="+mn-lt"/>
          <a:ea typeface="+mn-ea"/>
          <a:cs typeface="+mn-cs"/>
        </a:defRPr>
      </a:lvl7pPr>
      <a:lvl8pPr marL="2400192" algn="l" defTabSz="685770" rtl="0" eaLnBrk="1" latinLnBrk="0" hangingPunct="1">
        <a:defRPr sz="1350" kern="1200">
          <a:solidFill>
            <a:schemeClr val="tx1"/>
          </a:solidFill>
          <a:latin typeface="+mn-lt"/>
          <a:ea typeface="+mn-ea"/>
          <a:cs typeface="+mn-cs"/>
        </a:defRPr>
      </a:lvl8pPr>
      <a:lvl9pPr marL="2743078" algn="l" defTabSz="68577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3"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365171" y="285768"/>
            <a:ext cx="8410575" cy="992981"/>
          </a:xfrm>
          <a:prstGeom prst="rect">
            <a:avLst/>
          </a:prstGeom>
          <a:noFill/>
          <a:ln w="9525">
            <a:noFill/>
            <a:miter lim="800000"/>
            <a:headEnd/>
            <a:tailEnd/>
          </a:ln>
        </p:spPr>
        <p:txBody>
          <a:bodyPr lIns="91988" tIns="45996" rIns="91988" bIns="45996" anchor="ctr" anchorCtr="1"/>
          <a:lstStyle/>
          <a:p>
            <a:pPr algn="ctr" defTabSz="914400" fontAlgn="base">
              <a:lnSpc>
                <a:spcPct val="90000"/>
              </a:lnSpc>
              <a:spcBef>
                <a:spcPct val="0"/>
              </a:spcBef>
              <a:spcAft>
                <a:spcPct val="0"/>
              </a:spcAft>
              <a:defRPr/>
            </a:pPr>
            <a:endParaRPr lang="en-US" sz="3000" dirty="0">
              <a:solidFill>
                <a:srgbClr val="FFFFFF"/>
              </a:solidFill>
              <a:effectLst>
                <a:outerShdw blurRad="38100" dist="38100" dir="2700000" algn="tl">
                  <a:srgbClr val="000000"/>
                </a:outerShdw>
              </a:effectLst>
              <a:latin typeface="Neo Sans Intel Medium" pitchFamily="34" charset="0"/>
            </a:endParaRPr>
          </a:p>
        </p:txBody>
      </p:sp>
      <p:sp>
        <p:nvSpPr>
          <p:cNvPr id="249859" name="Rectangle 3"/>
          <p:cNvSpPr>
            <a:spLocks noChangeArrowheads="1"/>
          </p:cNvSpPr>
          <p:nvPr/>
        </p:nvSpPr>
        <p:spPr bwMode="auto">
          <a:xfrm>
            <a:off x="368346" y="1345428"/>
            <a:ext cx="8405813" cy="3126581"/>
          </a:xfrm>
          <a:prstGeom prst="rect">
            <a:avLst/>
          </a:prstGeom>
          <a:noFill/>
          <a:ln w="9525">
            <a:noFill/>
            <a:miter lim="800000"/>
            <a:headEnd/>
            <a:tailEnd/>
          </a:ln>
        </p:spPr>
        <p:txBody>
          <a:bodyPr lIns="91352" tIns="45679" rIns="91352" bIns="45679" anchorCtr="1"/>
          <a:lstStyle/>
          <a:p>
            <a:pPr marL="225414" indent="-225414" defTabSz="914400" fontAlgn="base">
              <a:lnSpc>
                <a:spcPct val="95000"/>
              </a:lnSpc>
              <a:spcBef>
                <a:spcPct val="30000"/>
              </a:spcBef>
              <a:spcAft>
                <a:spcPct val="0"/>
              </a:spcAft>
              <a:buClr>
                <a:srgbClr val="FFFFFF"/>
              </a:buClr>
              <a:buFont typeface="Wingdings" pitchFamily="2" charset="2"/>
              <a:buChar char=""/>
              <a:defRPr/>
            </a:pPr>
            <a:endParaRPr lang="en-US" sz="2200" dirty="0">
              <a:solidFill>
                <a:srgbClr val="FFFFFF"/>
              </a:solidFill>
              <a:effectLst>
                <a:outerShdw blurRad="38100" dist="38100" dir="2700000" algn="tl">
                  <a:srgbClr val="000000"/>
                </a:outerShdw>
              </a:effectLst>
              <a:latin typeface="Neo Sans Intel" pitchFamily="34" charset="0"/>
            </a:endParaRPr>
          </a:p>
        </p:txBody>
      </p:sp>
      <p:sp>
        <p:nvSpPr>
          <p:cNvPr id="29700" name="Rectangle 4"/>
          <p:cNvSpPr>
            <a:spLocks noGrp="1" noChangeArrowheads="1"/>
          </p:cNvSpPr>
          <p:nvPr>
            <p:ph type="title"/>
          </p:nvPr>
        </p:nvSpPr>
        <p:spPr bwMode="auto">
          <a:xfrm>
            <a:off x="190500" y="73821"/>
            <a:ext cx="8763000" cy="540544"/>
          </a:xfrm>
          <a:prstGeom prst="rect">
            <a:avLst/>
          </a:prstGeom>
          <a:noFill/>
          <a:ln w="9525">
            <a:noFill/>
            <a:miter lim="800000"/>
            <a:headEnd/>
            <a:tailEnd/>
          </a:ln>
        </p:spPr>
        <p:txBody>
          <a:bodyPr vert="horz" wrap="square" lIns="91421" tIns="45711" rIns="91421" bIns="45711" numCol="1" anchor="ctr" anchorCtr="0" compatLnSpc="1">
            <a:prstTxWarp prst="textNoShape">
              <a:avLst/>
            </a:prstTxWarp>
          </a:bodyPr>
          <a:lstStyle/>
          <a:p>
            <a:pPr lvl="0"/>
            <a:r>
              <a:rPr lang="en-US"/>
              <a:t>Click to edit Master title style</a:t>
            </a:r>
          </a:p>
        </p:txBody>
      </p:sp>
      <p:sp>
        <p:nvSpPr>
          <p:cNvPr id="29701" name="Rectangle 5"/>
          <p:cNvSpPr>
            <a:spLocks noGrp="1" noChangeArrowheads="1"/>
          </p:cNvSpPr>
          <p:nvPr>
            <p:ph type="body" idx="1"/>
          </p:nvPr>
        </p:nvSpPr>
        <p:spPr bwMode="auto">
          <a:xfrm>
            <a:off x="190500" y="1201341"/>
            <a:ext cx="8763000" cy="3393281"/>
          </a:xfrm>
          <a:prstGeom prst="rect">
            <a:avLst/>
          </a:prstGeom>
          <a:noFill/>
          <a:ln w="9525">
            <a:noFill/>
            <a:miter lim="800000"/>
            <a:headEnd/>
            <a:tailEnd/>
          </a:ln>
        </p:spPr>
        <p:txBody>
          <a:bodyPr vert="horz" wrap="square" lIns="91421" tIns="45711" rIns="91421" bIns="45711" numCol="1" anchor="t" anchorCtr="1"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7" name="Slide Number Placeholder 1"/>
          <p:cNvSpPr>
            <a:spLocks noGrp="1"/>
          </p:cNvSpPr>
          <p:nvPr>
            <p:ph type="sldNum" sz="quarter" idx="4"/>
          </p:nvPr>
        </p:nvSpPr>
        <p:spPr bwMode="auto">
          <a:xfrm>
            <a:off x="6553200" y="4683919"/>
            <a:ext cx="2133600" cy="357188"/>
          </a:xfrm>
          <a:prstGeom prst="rect">
            <a:avLst/>
          </a:prstGeom>
          <a:noFill/>
          <a:ln w="9525">
            <a:noFill/>
            <a:miter lim="800000"/>
            <a:headEnd/>
            <a:tailEnd/>
          </a:ln>
        </p:spPr>
        <p:txBody>
          <a:bodyPr vert="horz" wrap="square" lIns="91426" tIns="45713" rIns="91426" bIns="45713" numCol="1" anchor="t" anchorCtr="0" compatLnSpc="1">
            <a:prstTxWarp prst="textNoShape">
              <a:avLst/>
            </a:prstTxWarp>
          </a:bodyPr>
          <a:lstStyle>
            <a:lvl1pPr algn="r" eaLnBrk="1" hangingPunct="1">
              <a:lnSpc>
                <a:spcPct val="90000"/>
              </a:lnSpc>
              <a:defRPr sz="1400">
                <a:solidFill>
                  <a:srgbClr val="FFFFFF"/>
                </a:solidFill>
                <a:latin typeface="Neo Sans Intel" pitchFamily="34" charset="0"/>
                <a:cs typeface="+mn-cs"/>
              </a:defRPr>
            </a:lvl1pPr>
          </a:lstStyle>
          <a:p>
            <a:pPr defTabSz="914400" fontAlgn="base">
              <a:spcBef>
                <a:spcPct val="0"/>
              </a:spcBef>
              <a:spcAft>
                <a:spcPct val="0"/>
              </a:spcAft>
              <a:defRPr/>
            </a:pPr>
            <a:fld id="{4AAEF065-5923-45A4-A45E-60FACC01E102}" type="slidenum">
              <a:rPr lang="en-GB"/>
              <a:pPr defTabSz="914400" fontAlgn="base">
                <a:spcBef>
                  <a:spcPct val="0"/>
                </a:spcBef>
                <a:spcAft>
                  <a:spcPct val="0"/>
                </a:spcAft>
                <a:defRPr/>
              </a:pPr>
              <a:t>‹#›</a:t>
            </a:fld>
            <a:endParaRPr lang="en-GB"/>
          </a:p>
        </p:txBody>
      </p:sp>
    </p:spTree>
    <p:extLst>
      <p:ext uri="{BB962C8B-B14F-4D97-AF65-F5344CB8AC3E}">
        <p14:creationId xmlns:p14="http://schemas.microsoft.com/office/powerpoint/2010/main" val="1301197593"/>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Lst>
  <p:transition>
    <p:fade/>
  </p:transition>
  <p:hf hdr="0" ftr="0" dt="0"/>
  <p:txStyles>
    <p:titleStyle>
      <a:lvl1pPr algn="ctr" rtl="0" eaLnBrk="0" fontAlgn="base" hangingPunct="0">
        <a:lnSpc>
          <a:spcPct val="90000"/>
        </a:lnSpc>
        <a:spcBef>
          <a:spcPct val="0"/>
        </a:spcBef>
        <a:spcAft>
          <a:spcPct val="0"/>
        </a:spcAft>
        <a:defRPr sz="3000">
          <a:solidFill>
            <a:schemeClr val="tx1"/>
          </a:solidFill>
          <a:latin typeface="+mj-lt"/>
          <a:ea typeface="+mj-ea"/>
          <a:cs typeface="+mj-cs"/>
        </a:defRPr>
      </a:lvl1pPr>
      <a:lvl2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2pPr>
      <a:lvl3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3pPr>
      <a:lvl4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4pPr>
      <a:lvl5pPr algn="ctr" rtl="0" eaLnBrk="0" fontAlgn="base" hangingPunct="0">
        <a:lnSpc>
          <a:spcPct val="90000"/>
        </a:lnSpc>
        <a:spcBef>
          <a:spcPct val="0"/>
        </a:spcBef>
        <a:spcAft>
          <a:spcPct val="0"/>
        </a:spcAft>
        <a:defRPr sz="3000">
          <a:solidFill>
            <a:schemeClr val="tx1"/>
          </a:solidFill>
          <a:latin typeface="Impact" pitchFamily="34" charset="0"/>
          <a:cs typeface="Arial" charset="0"/>
        </a:defRPr>
      </a:lvl5pPr>
      <a:lvl6pPr marL="457177" algn="ctr" rtl="0" fontAlgn="base">
        <a:lnSpc>
          <a:spcPct val="90000"/>
        </a:lnSpc>
        <a:spcBef>
          <a:spcPct val="0"/>
        </a:spcBef>
        <a:spcAft>
          <a:spcPct val="0"/>
        </a:spcAft>
        <a:defRPr sz="3000">
          <a:solidFill>
            <a:schemeClr val="tx1"/>
          </a:solidFill>
          <a:latin typeface="Impact" pitchFamily="34" charset="0"/>
          <a:cs typeface="Arial" charset="0"/>
        </a:defRPr>
      </a:lvl6pPr>
      <a:lvl7pPr marL="914354" algn="ctr" rtl="0" fontAlgn="base">
        <a:lnSpc>
          <a:spcPct val="90000"/>
        </a:lnSpc>
        <a:spcBef>
          <a:spcPct val="0"/>
        </a:spcBef>
        <a:spcAft>
          <a:spcPct val="0"/>
        </a:spcAft>
        <a:defRPr sz="3000">
          <a:solidFill>
            <a:schemeClr val="tx1"/>
          </a:solidFill>
          <a:latin typeface="Impact" pitchFamily="34" charset="0"/>
          <a:cs typeface="Arial" charset="0"/>
        </a:defRPr>
      </a:lvl7pPr>
      <a:lvl8pPr marL="1371532" algn="ctr" rtl="0" fontAlgn="base">
        <a:lnSpc>
          <a:spcPct val="90000"/>
        </a:lnSpc>
        <a:spcBef>
          <a:spcPct val="0"/>
        </a:spcBef>
        <a:spcAft>
          <a:spcPct val="0"/>
        </a:spcAft>
        <a:defRPr sz="3000">
          <a:solidFill>
            <a:schemeClr val="tx1"/>
          </a:solidFill>
          <a:latin typeface="Impact" pitchFamily="34" charset="0"/>
          <a:cs typeface="Arial" charset="0"/>
        </a:defRPr>
      </a:lvl8pPr>
      <a:lvl9pPr marL="1828709" algn="ctr" rtl="0" fontAlgn="base">
        <a:lnSpc>
          <a:spcPct val="90000"/>
        </a:lnSpc>
        <a:spcBef>
          <a:spcPct val="0"/>
        </a:spcBef>
        <a:spcAft>
          <a:spcPct val="0"/>
        </a:spcAft>
        <a:defRPr sz="3000">
          <a:solidFill>
            <a:schemeClr val="tx1"/>
          </a:solidFill>
          <a:latin typeface="Impact" pitchFamily="34" charset="0"/>
          <a:cs typeface="Arial" charset="0"/>
        </a:defRPr>
      </a:lvl9pPr>
    </p:titleStyle>
    <p:bodyStyle>
      <a:lvl1pPr marL="225414" indent="-225414" algn="l" rtl="0" eaLnBrk="0" fontAlgn="base" hangingPunct="0">
        <a:lnSpc>
          <a:spcPct val="95000"/>
        </a:lnSpc>
        <a:spcBef>
          <a:spcPct val="30000"/>
        </a:spcBef>
        <a:spcAft>
          <a:spcPct val="0"/>
        </a:spcAft>
        <a:buClr>
          <a:schemeClr val="tx1"/>
        </a:buClr>
        <a:buFont typeface="Wingdings" pitchFamily="2" charset="2"/>
        <a:buChar char=""/>
        <a:defRPr sz="2200">
          <a:solidFill>
            <a:srgbClr val="FFFFFF"/>
          </a:solidFill>
          <a:latin typeface="+mn-lt"/>
          <a:ea typeface="+mn-ea"/>
          <a:cs typeface="+mn-cs"/>
        </a:defRPr>
      </a:lvl1pPr>
      <a:lvl2pPr marL="569885" indent="-225414" algn="l" rtl="0" eaLnBrk="0" fontAlgn="base" hangingPunct="0">
        <a:lnSpc>
          <a:spcPct val="95000"/>
        </a:lnSpc>
        <a:spcBef>
          <a:spcPct val="30000"/>
        </a:spcBef>
        <a:spcAft>
          <a:spcPct val="0"/>
        </a:spcAft>
        <a:buClr>
          <a:schemeClr val="tx1"/>
        </a:buClr>
        <a:buChar char="–"/>
        <a:defRPr sz="2000">
          <a:solidFill>
            <a:schemeClr val="tx1"/>
          </a:solidFill>
          <a:latin typeface="+mn-lt"/>
          <a:cs typeface="+mn-cs"/>
        </a:defRPr>
      </a:lvl2pPr>
      <a:lvl3pPr marL="914354" indent="-225414" algn="l" rtl="0" eaLnBrk="0" fontAlgn="base" hangingPunct="0">
        <a:lnSpc>
          <a:spcPct val="95000"/>
        </a:lnSpc>
        <a:spcBef>
          <a:spcPct val="30000"/>
        </a:spcBef>
        <a:spcAft>
          <a:spcPct val="0"/>
        </a:spcAft>
        <a:buClr>
          <a:schemeClr val="tx1"/>
        </a:buClr>
        <a:buChar char="–"/>
        <a:defRPr>
          <a:solidFill>
            <a:srgbClr val="FFFFFF"/>
          </a:solidFill>
          <a:latin typeface="+mn-lt"/>
          <a:cs typeface="+mn-cs"/>
        </a:defRPr>
      </a:lvl3pPr>
      <a:lvl4pPr marL="1382644" indent="-239701" algn="l" rtl="0" eaLnBrk="0" fontAlgn="base" hangingPunct="0">
        <a:spcBef>
          <a:spcPct val="20000"/>
        </a:spcBef>
        <a:spcAft>
          <a:spcPct val="0"/>
        </a:spcAft>
        <a:buChar char="–"/>
        <a:defRPr sz="2000">
          <a:solidFill>
            <a:schemeClr val="tx1"/>
          </a:solidFill>
          <a:latin typeface="Arial" charset="0"/>
          <a:cs typeface="+mn-cs"/>
        </a:defRPr>
      </a:lvl4pPr>
      <a:lvl5pPr marL="1727114" indent="-230177" algn="l" rtl="0" eaLnBrk="0" fontAlgn="base" hangingPunct="0">
        <a:spcBef>
          <a:spcPct val="20000"/>
        </a:spcBef>
        <a:spcAft>
          <a:spcPct val="0"/>
        </a:spcAft>
        <a:buChar char="•"/>
        <a:defRPr sz="2000">
          <a:solidFill>
            <a:schemeClr val="tx1"/>
          </a:solidFill>
          <a:latin typeface="Arial" charset="0"/>
          <a:cs typeface="+mn-cs"/>
        </a:defRPr>
      </a:lvl5pPr>
      <a:lvl6pPr marL="2184291" indent="-230177" algn="l" rtl="0" fontAlgn="base">
        <a:spcBef>
          <a:spcPct val="20000"/>
        </a:spcBef>
        <a:spcAft>
          <a:spcPct val="0"/>
        </a:spcAft>
        <a:buChar char="•"/>
        <a:defRPr sz="2000">
          <a:solidFill>
            <a:schemeClr val="tx1"/>
          </a:solidFill>
          <a:latin typeface="Arial" charset="0"/>
          <a:cs typeface="+mn-cs"/>
        </a:defRPr>
      </a:lvl6pPr>
      <a:lvl7pPr marL="2641468" indent="-230177" algn="l" rtl="0" fontAlgn="base">
        <a:spcBef>
          <a:spcPct val="20000"/>
        </a:spcBef>
        <a:spcAft>
          <a:spcPct val="0"/>
        </a:spcAft>
        <a:buChar char="•"/>
        <a:defRPr sz="2000">
          <a:solidFill>
            <a:schemeClr val="tx1"/>
          </a:solidFill>
          <a:latin typeface="Arial" charset="0"/>
          <a:cs typeface="+mn-cs"/>
        </a:defRPr>
      </a:lvl7pPr>
      <a:lvl8pPr marL="3098645" indent="-230177" algn="l" rtl="0" fontAlgn="base">
        <a:spcBef>
          <a:spcPct val="20000"/>
        </a:spcBef>
        <a:spcAft>
          <a:spcPct val="0"/>
        </a:spcAft>
        <a:buChar char="•"/>
        <a:defRPr sz="2000">
          <a:solidFill>
            <a:schemeClr val="tx1"/>
          </a:solidFill>
          <a:latin typeface="Arial" charset="0"/>
          <a:cs typeface="+mn-cs"/>
        </a:defRPr>
      </a:lvl8pPr>
      <a:lvl9pPr marL="3555822" indent="-230177" algn="l" rtl="0" fontAlgn="base">
        <a:spcBef>
          <a:spcPct val="20000"/>
        </a:spcBef>
        <a:spcAft>
          <a:spcPct val="0"/>
        </a:spcAft>
        <a:buChar char="•"/>
        <a:defRPr sz="2000">
          <a:solidFill>
            <a:schemeClr val="tx1"/>
          </a:solidFill>
          <a:latin typeface="Arial" charset="0"/>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7"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7"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6FFDD6-79A0-364B-8297-A7E69B3C13B6}"/>
              </a:ext>
            </a:extLst>
          </p:cNvPr>
          <p:cNvSpPr txBox="1"/>
          <p:nvPr/>
        </p:nvSpPr>
        <p:spPr>
          <a:xfrm>
            <a:off x="210065" y="233719"/>
            <a:ext cx="4361934" cy="338554"/>
          </a:xfrm>
          <a:prstGeom prst="rect">
            <a:avLst/>
          </a:prstGeom>
          <a:noFill/>
          <a:ln>
            <a:noFill/>
          </a:ln>
        </p:spPr>
        <p:txBody>
          <a:bodyPr wrap="square" rtlCol="0">
            <a:spAutoFit/>
          </a:bodyPr>
          <a:lstStyle/>
          <a:p>
            <a:r>
              <a:rPr lang="en-US" sz="1600" b="1" dirty="0">
                <a:latin typeface="Helvetica Neue" panose="02000503000000020004" pitchFamily="2" charset="0"/>
                <a:ea typeface="Helvetica Neue" panose="02000503000000020004" pitchFamily="2" charset="0"/>
                <a:cs typeface="Helvetica Neue" panose="02000503000000020004" pitchFamily="2" charset="0"/>
              </a:rPr>
              <a:t>Motion Sensor </a:t>
            </a:r>
          </a:p>
        </p:txBody>
      </p:sp>
      <p:sp>
        <p:nvSpPr>
          <p:cNvPr id="7" name="Rectangle 6">
            <a:extLst>
              <a:ext uri="{FF2B5EF4-FFF2-40B4-BE49-F238E27FC236}">
                <a16:creationId xmlns:a16="http://schemas.microsoft.com/office/drawing/2014/main" id="{038D0D26-F103-4244-B7AF-52B9210D6880}"/>
              </a:ext>
            </a:extLst>
          </p:cNvPr>
          <p:cNvSpPr/>
          <p:nvPr/>
        </p:nvSpPr>
        <p:spPr>
          <a:xfrm>
            <a:off x="210065" y="3624233"/>
            <a:ext cx="4361934" cy="1015663"/>
          </a:xfrm>
          <a:prstGeom prst="rect">
            <a:avLst/>
          </a:prstGeom>
          <a:ln>
            <a:solidFill>
              <a:schemeClr val="tx1">
                <a:lumMod val="50000"/>
                <a:lumOff val="50000"/>
              </a:schemeClr>
            </a:solidFill>
          </a:ln>
        </p:spPr>
        <p:txBody>
          <a:bodyPr wrap="square">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Location info:</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@51°32'39.2"N 0°00'44.3"W</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Olympic Park Ave, London E20 </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https://</a:t>
            </a:r>
            <a:r>
              <a:rPr lang="en-GB" sz="1200" dirty="0" err="1">
                <a:latin typeface="Helvetica Neue" panose="02000503000000020004" pitchFamily="2" charset="0"/>
                <a:ea typeface="Helvetica Neue" panose="02000503000000020004" pitchFamily="2" charset="0"/>
                <a:cs typeface="Helvetica Neue" panose="02000503000000020004" pitchFamily="2" charset="0"/>
              </a:rPr>
              <a:t>maps.app.goo.gl</a:t>
            </a:r>
            <a:r>
              <a:rPr lang="en-GB" sz="1200" dirty="0">
                <a:latin typeface="Helvetica Neue" panose="02000503000000020004" pitchFamily="2" charset="0"/>
                <a:ea typeface="Helvetica Neue" panose="02000503000000020004" pitchFamily="2" charset="0"/>
                <a:cs typeface="Helvetica Neue" panose="02000503000000020004" pitchFamily="2" charset="0"/>
              </a:rPr>
              <a:t>/mayeqqmqXx3Ddj4y9</a:t>
            </a:r>
          </a:p>
          <a:p>
            <a:r>
              <a:rPr lang="en-GB" sz="1200" dirty="0">
                <a:latin typeface="Helvetica Neue" panose="02000503000000020004" pitchFamily="2" charset="0"/>
                <a:ea typeface="Helvetica Neue" panose="02000503000000020004" pitchFamily="2" charset="0"/>
                <a:cs typeface="Helvetica Neue" panose="02000503000000020004" pitchFamily="2" charset="0"/>
              </a:rPr>
              <a:t>what3words: /// ///</a:t>
            </a:r>
            <a:r>
              <a:rPr lang="en-GB" sz="1200" dirty="0" err="1">
                <a:latin typeface="Helvetica Neue" panose="02000503000000020004" pitchFamily="2" charset="0"/>
                <a:ea typeface="Helvetica Neue" panose="02000503000000020004" pitchFamily="2" charset="0"/>
                <a:cs typeface="Helvetica Neue" panose="02000503000000020004" pitchFamily="2" charset="0"/>
              </a:rPr>
              <a:t>tones.voted.vivid</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95F5FF6A-007A-EC4E-98EE-84D81F5CEBB5}"/>
              </a:ext>
            </a:extLst>
          </p:cNvPr>
          <p:cNvSpPr txBox="1"/>
          <p:nvPr/>
        </p:nvSpPr>
        <p:spPr>
          <a:xfrm>
            <a:off x="210065" y="1117669"/>
            <a:ext cx="4361934" cy="1754326"/>
          </a:xfrm>
          <a:prstGeom prst="rect">
            <a:avLst/>
          </a:prstGeom>
          <a:noFill/>
          <a:ln>
            <a:solidFill>
              <a:schemeClr val="tx1">
                <a:lumMod val="50000"/>
                <a:lumOff val="50000"/>
              </a:schemeClr>
            </a:solidFill>
          </a:ln>
        </p:spPr>
        <p:txBody>
          <a:bodyPr wrap="square" rtlCol="0">
            <a:spAutoFit/>
          </a:bodyP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This motion sensor could be used to detect and observe the flow of the  vehicles at the intersection. </a:t>
            </a:r>
          </a:p>
          <a:p>
            <a:r>
              <a:rPr lang="en-US" sz="1200" dirty="0">
                <a:latin typeface="Helvetica Neue" panose="02000503000000020004" pitchFamily="2" charset="0"/>
                <a:ea typeface="Helvetica Neue" panose="02000503000000020004" pitchFamily="2" charset="0"/>
                <a:cs typeface="Helvetica Neue" panose="02000503000000020004" pitchFamily="2" charset="0"/>
              </a:rPr>
              <a:t>This could be used to adjust the timing of traffic signals  to optimize wait times. This sensor could also be used by local councils  to monitor how the local population interacts with the intersection ; for example, if it is frequented by cyclists  and needs a better bike line or by detecting cars running red lights . </a:t>
            </a:r>
          </a:p>
          <a:p>
            <a:endParaRPr lang="en-US"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Rectangle 8">
            <a:extLst>
              <a:ext uri="{FF2B5EF4-FFF2-40B4-BE49-F238E27FC236}">
                <a16:creationId xmlns:a16="http://schemas.microsoft.com/office/drawing/2014/main" id="{C832AC85-6A60-7444-B9C9-6A476A88DC84}"/>
              </a:ext>
            </a:extLst>
          </p:cNvPr>
          <p:cNvSpPr/>
          <p:nvPr/>
        </p:nvSpPr>
        <p:spPr>
          <a:xfrm>
            <a:off x="210065" y="2647950"/>
            <a:ext cx="4361934" cy="1015663"/>
          </a:xfrm>
          <a:prstGeom prst="rect">
            <a:avLst/>
          </a:prstGeom>
          <a:ln>
            <a:solidFill>
              <a:schemeClr val="tx1">
                <a:lumMod val="50000"/>
                <a:lumOff val="50000"/>
              </a:schemeClr>
            </a:solidFill>
          </a:ln>
        </p:spPr>
        <p:txBody>
          <a:bodyPr wrap="square">
            <a:spAutoFit/>
          </a:bodyPr>
          <a:lstStyle/>
          <a:p>
            <a:pPr lvl="0"/>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Questions when visiting site?</a:t>
            </a:r>
          </a:p>
          <a:p>
            <a:pPr marL="171450" lvl="0" indent="-171450">
              <a:buFont typeface="Arial" panose="020B0604020202020204" pitchFamily="34" charset="0"/>
              <a:buChar char="•"/>
            </a:pPr>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How would this sensor  be turned into a sensor that detects more than  just motion ? </a:t>
            </a:r>
          </a:p>
          <a:p>
            <a:pPr marL="171450" lvl="0" indent="-171450">
              <a:buFont typeface="Arial" panose="020B0604020202020204" pitchFamily="34" charset="0"/>
              <a:buChar char="•"/>
            </a:pPr>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What other population monitoring features odes this sensor have ? </a:t>
            </a:r>
          </a:p>
        </p:txBody>
      </p:sp>
      <p:sp>
        <p:nvSpPr>
          <p:cNvPr id="10" name="Rectangle 9">
            <a:extLst>
              <a:ext uri="{FF2B5EF4-FFF2-40B4-BE49-F238E27FC236}">
                <a16:creationId xmlns:a16="http://schemas.microsoft.com/office/drawing/2014/main" id="{28C48F65-DEB8-A849-84C7-87FBEADF1CA1}"/>
              </a:ext>
            </a:extLst>
          </p:cNvPr>
          <p:cNvSpPr/>
          <p:nvPr/>
        </p:nvSpPr>
        <p:spPr>
          <a:xfrm>
            <a:off x="210065" y="4785182"/>
            <a:ext cx="4361934" cy="246221"/>
          </a:xfrm>
          <a:prstGeom prst="rect">
            <a:avLst/>
          </a:prstGeom>
          <a:ln>
            <a:solidFill>
              <a:schemeClr val="tx1">
                <a:lumMod val="50000"/>
                <a:lumOff val="50000"/>
              </a:schemeClr>
            </a:solidFill>
          </a:ln>
        </p:spPr>
        <p:txBody>
          <a:bodyPr wrap="square">
            <a:spAutoFit/>
          </a:bodyPr>
          <a:lstStyle/>
          <a:p>
            <a:pPr lvl="0"/>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Submitted: Yussr Osman Oct 2025 </a:t>
            </a:r>
          </a:p>
        </p:txBody>
      </p:sp>
      <p:pic>
        <p:nvPicPr>
          <p:cNvPr id="5" name="Picture 4" descr="A camera on a pole&#10;&#10;AI-generated content may be incorrect.">
            <a:extLst>
              <a:ext uri="{FF2B5EF4-FFF2-40B4-BE49-F238E27FC236}">
                <a16:creationId xmlns:a16="http://schemas.microsoft.com/office/drawing/2014/main" id="{62B4FA24-ACB3-A724-7B85-D6C340689AFA}"/>
              </a:ext>
            </a:extLst>
          </p:cNvPr>
          <p:cNvPicPr>
            <a:picLocks noChangeAspect="1"/>
          </p:cNvPicPr>
          <p:nvPr/>
        </p:nvPicPr>
        <p:blipFill>
          <a:blip r:embed="rId3"/>
          <a:stretch>
            <a:fillRect/>
          </a:stretch>
        </p:blipFill>
        <p:spPr>
          <a:xfrm rot="5400000">
            <a:off x="5753650" y="-818597"/>
            <a:ext cx="2571752" cy="4208948"/>
          </a:xfrm>
          <a:prstGeom prst="rect">
            <a:avLst/>
          </a:prstGeom>
        </p:spPr>
      </p:pic>
      <p:pic>
        <p:nvPicPr>
          <p:cNvPr id="12" name="Picture 11">
            <a:extLst>
              <a:ext uri="{FF2B5EF4-FFF2-40B4-BE49-F238E27FC236}">
                <a16:creationId xmlns:a16="http://schemas.microsoft.com/office/drawing/2014/main" id="{2D237E56-C681-1B55-13C6-D9A7C57D0359}"/>
              </a:ext>
            </a:extLst>
          </p:cNvPr>
          <p:cNvPicPr>
            <a:picLocks noChangeAspect="1"/>
          </p:cNvPicPr>
          <p:nvPr/>
        </p:nvPicPr>
        <p:blipFill>
          <a:blip r:embed="rId4"/>
          <a:stretch>
            <a:fillRect/>
          </a:stretch>
        </p:blipFill>
        <p:spPr>
          <a:xfrm>
            <a:off x="4935053" y="2535026"/>
            <a:ext cx="4208948" cy="2608474"/>
          </a:xfrm>
          <a:prstGeom prst="rect">
            <a:avLst/>
          </a:prstGeom>
        </p:spPr>
      </p:pic>
    </p:spTree>
    <p:extLst>
      <p:ext uri="{BB962C8B-B14F-4D97-AF65-F5344CB8AC3E}">
        <p14:creationId xmlns:p14="http://schemas.microsoft.com/office/powerpoint/2010/main" val="23063240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1_Architecture">
  <a:themeElements>
    <a:clrScheme name="Custom 5">
      <a:dk1>
        <a:srgbClr val="000000"/>
      </a:dk1>
      <a:lt1>
        <a:srgbClr val="FFFFFF"/>
      </a:lt1>
      <a:dk2>
        <a:srgbClr val="0860A8"/>
      </a:dk2>
      <a:lt2>
        <a:srgbClr val="E6B012"/>
      </a:lt2>
      <a:accent1>
        <a:srgbClr val="009900"/>
      </a:accent1>
      <a:accent2>
        <a:srgbClr val="FF5C00"/>
      </a:accent2>
      <a:accent3>
        <a:srgbClr val="AAB6D1"/>
      </a:accent3>
      <a:accent4>
        <a:srgbClr val="DADADA"/>
      </a:accent4>
      <a:accent5>
        <a:srgbClr val="AACAAA"/>
      </a:accent5>
      <a:accent6>
        <a:srgbClr val="E75300"/>
      </a:accent6>
      <a:hlink>
        <a:srgbClr val="6AADE4"/>
      </a:hlink>
      <a:folHlink>
        <a:srgbClr val="6AADE4"/>
      </a:folHlink>
    </a:clrScheme>
    <a:fontScheme name="9_Architecture">
      <a:majorFont>
        <a:latin typeface="Impact"/>
        <a:ea typeface=""/>
        <a:cs typeface="Arial"/>
      </a:majorFont>
      <a:minorFont>
        <a:latin typeface="Arial Narrow"/>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9_Architectur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Architectur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Architectur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Architectur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Architectur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Architectur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Architectur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9_Architecture 8">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5BB3B9"/>
        </a:hlink>
        <a:folHlink>
          <a:srgbClr val="CC00FF"/>
        </a:folHlink>
      </a:clrScheme>
      <a:clrMap bg1="dk2" tx1="lt1" bg2="dk1" tx2="lt2" accent1="accent1" accent2="accent2" accent3="accent3" accent4="accent4" accent5="accent5" accent6="accent6" hlink="hlink" folHlink="folHlink"/>
    </a:extraClrScheme>
    <a:extraClrScheme>
      <a:clrScheme name="9_Architecture 9">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FFCC00"/>
        </a:hlink>
        <a:folHlink>
          <a:srgbClr val="CC00FF"/>
        </a:folHlink>
      </a:clrScheme>
      <a:clrMap bg1="dk2" tx1="lt1" bg2="dk1" tx2="lt2" accent1="accent1" accent2="accent2" accent3="accent3" accent4="accent4" accent5="accent5" accent6="accent6" hlink="hlink" folHlink="folHlink"/>
    </a:extraClrScheme>
    <a:extraClrScheme>
      <a:clrScheme name="9_Architecture 10">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FF"/>
        </a:folHlink>
      </a:clrScheme>
      <a:clrMap bg1="dk2" tx1="lt1" bg2="dk1" tx2="lt2" accent1="accent1" accent2="accent2" accent3="accent3" accent4="accent4" accent5="accent5" accent6="accent6" hlink="hlink" folHlink="folHlink"/>
    </a:extraClrScheme>
    <a:extraClrScheme>
      <a:clrScheme name="9_Architecture 11">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99"/>
        </a:folHlink>
      </a:clrScheme>
      <a:clrMap bg1="dk2" tx1="lt1" bg2="dk1" tx2="lt2" accent1="accent1" accent2="accent2" accent3="accent3" accent4="accent4" accent5="accent5" accent6="accent6" hlink="hlink" folHlink="folHlink"/>
    </a:extraClrScheme>
    <a:extraClrScheme>
      <a:clrScheme name="9_Architecture 12">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AA014C"/>
        </a:folHlink>
      </a:clrScheme>
      <a:clrMap bg1="dk2" tx1="lt1" bg2="dk1" tx2="lt2" accent1="accent1" accent2="accent2" accent3="accent3" accent4="accent4" accent5="accent5" accent6="accent6" hlink="hlink" folHlink="folHlink"/>
    </a:extraClrScheme>
    <a:extraClrScheme>
      <a:clrScheme name="9_Architecture 13">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9_Architecture 14">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9_Architecture 15">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AA014C"/>
        </a:folHlink>
      </a:clrScheme>
      <a:clrMap bg1="dk2" tx1="lt1" bg2="dk1" tx2="lt2" accent1="accent1" accent2="accent2" accent3="accent3" accent4="accent4" accent5="accent5" accent6="accent6" hlink="hlink" folHlink="folHlink"/>
    </a:extraClrScheme>
    <a:extraClrScheme>
      <a:clrScheme name="9_Architecture 16">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F3016E"/>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DA3D6F334C1AA408A80486D71036560" ma:contentTypeVersion="40" ma:contentTypeDescription="Create a new document." ma:contentTypeScope="" ma:versionID="ec8202aaf45ce3aa4cb6623b88ecbd66">
  <xsd:schema xmlns:xsd="http://www.w3.org/2001/XMLSchema" xmlns:xs="http://www.w3.org/2001/XMLSchema" xmlns:p="http://schemas.microsoft.com/office/2006/metadata/properties" xmlns:ns2="6f45ebe1-19a7-4ef8-a5a4-afb4295ca2e2" xmlns:ns3="9d8807c4-7637-41f1-b738-fb31966e1785" targetNamespace="http://schemas.microsoft.com/office/2006/metadata/properties" ma:root="true" ma:fieldsID="2fbaf2945d784bc85ca5efbbe8374f15" ns2:_="" ns3:_="">
    <xsd:import namespace="6f45ebe1-19a7-4ef8-a5a4-afb4295ca2e2"/>
    <xsd:import namespace="9d8807c4-7637-41f1-b738-fb31966e178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Teams_Channel_Section_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45ebe1-19a7-4ef8-a5a4-afb4295ca2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Leaders" ma:index="29"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30"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31"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Leaders" ma:index="34" nillable="true" ma:displayName="Invited Leaders" ma:internalName="Invited_Leaders">
      <xsd:simpleType>
        <xsd:restriction base="dms:Note">
          <xsd:maxLength value="255"/>
        </xsd:restriction>
      </xsd:simpleType>
    </xsd:element>
    <xsd:element name="Invited_Members" ma:index="35" nillable="true" ma:displayName="Invited Members" ma:internalName="Invited_Member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Leaders_Only_SectionGroup" ma:index="37" nillable="true" ma:displayName="Has Leaders Only SectionGroup" ma:internalName="Has_Leaders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element name="MediaLengthInSeconds" ma:index="41" nillable="true" ma:displayName="MediaLengthInSeconds" ma:hidden="true" ma:internalName="MediaLengthInSeconds" ma:readOnly="true">
      <xsd:simpleType>
        <xsd:restriction base="dms:Unknown"/>
      </xsd:simpleType>
    </xsd:element>
    <xsd:element name="lcf76f155ced4ddcb4097134ff3c332f" ma:index="43" nillable="true" ma:taxonomy="true" ma:internalName="lcf76f155ced4ddcb4097134ff3c332f" ma:taxonomyFieldName="MediaServiceImageTags" ma:displayName="Image Tags" ma:readOnly="false" ma:fieldId="{5cf76f15-5ced-4ddc-b409-7134ff3c332f}" ma:taxonomyMulti="true" ma:sspId="579a89b1-2c2c-4f7f-9bd7-7914fb13a02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46" nillable="true" ma:displayName="MediaServiceSearchProperties" ma:hidden="true" ma:internalName="MediaServiceSearchProperties" ma:readOnly="true">
      <xsd:simpleType>
        <xsd:restriction base="dms:Note"/>
      </xsd:simpleType>
    </xsd:element>
    <xsd:element name="MediaServiceBillingMetadata" ma:index="4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8807c4-7637-41f1-b738-fb31966e17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44" nillable="true" ma:displayName="Taxonomy Catch All Column" ma:hidden="true" ma:list="{8a8f18d3-d3d1-4405-80da-f542c83f6c1b}" ma:internalName="TaxCatchAll" ma:showField="CatchAllData" ma:web="9d8807c4-7637-41f1-b738-fb31966e17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faultSectionNames xmlns="6f45ebe1-19a7-4ef8-a5a4-afb4295ca2e2" xsi:nil="true"/>
    <Is_Collaboration_Space_Locked xmlns="6f45ebe1-19a7-4ef8-a5a4-afb4295ca2e2" xsi:nil="true"/>
    <AppVersion xmlns="6f45ebe1-19a7-4ef8-a5a4-afb4295ca2e2" xsi:nil="true"/>
    <TeamsChannelId xmlns="6f45ebe1-19a7-4ef8-a5a4-afb4295ca2e2" xsi:nil="true"/>
    <Distribution_Groups xmlns="6f45ebe1-19a7-4ef8-a5a4-afb4295ca2e2" xsi:nil="true"/>
    <Templates xmlns="6f45ebe1-19a7-4ef8-a5a4-afb4295ca2e2" xsi:nil="true"/>
    <Teams_Channel_Section_Location xmlns="6f45ebe1-19a7-4ef8-a5a4-afb4295ca2e2" xsi:nil="true"/>
    <Invited_Leaders xmlns="6f45ebe1-19a7-4ef8-a5a4-afb4295ca2e2" xsi:nil="true"/>
    <NotebookType xmlns="6f45ebe1-19a7-4ef8-a5a4-afb4295ca2e2" xsi:nil="true"/>
    <Members xmlns="6f45ebe1-19a7-4ef8-a5a4-afb4295ca2e2">
      <UserInfo>
        <DisplayName/>
        <AccountId xsi:nil="true"/>
        <AccountType/>
      </UserInfo>
    </Members>
    <Invited_Members xmlns="6f45ebe1-19a7-4ef8-a5a4-afb4295ca2e2" xsi:nil="true"/>
    <LMS_Mappings xmlns="6f45ebe1-19a7-4ef8-a5a4-afb4295ca2e2" xsi:nil="true"/>
    <IsNotebookLocked xmlns="6f45ebe1-19a7-4ef8-a5a4-afb4295ca2e2" xsi:nil="true"/>
    <FolderType xmlns="6f45ebe1-19a7-4ef8-a5a4-afb4295ca2e2" xsi:nil="true"/>
    <CultureName xmlns="6f45ebe1-19a7-4ef8-a5a4-afb4295ca2e2" xsi:nil="true"/>
    <Owner xmlns="6f45ebe1-19a7-4ef8-a5a4-afb4295ca2e2">
      <UserInfo>
        <DisplayName/>
        <AccountId xsi:nil="true"/>
        <AccountType/>
      </UserInfo>
    </Owner>
    <Leaders xmlns="6f45ebe1-19a7-4ef8-a5a4-afb4295ca2e2">
      <UserInfo>
        <DisplayName/>
        <AccountId xsi:nil="true"/>
        <AccountType/>
      </UserInfo>
    </Leaders>
    <Math_Settings xmlns="6f45ebe1-19a7-4ef8-a5a4-afb4295ca2e2" xsi:nil="true"/>
    <Has_Leaders_Only_SectionGroup xmlns="6f45ebe1-19a7-4ef8-a5a4-afb4295ca2e2" xsi:nil="true"/>
    <lcf76f155ced4ddcb4097134ff3c332f xmlns="6f45ebe1-19a7-4ef8-a5a4-afb4295ca2e2">
      <Terms xmlns="http://schemas.microsoft.com/office/infopath/2007/PartnerControls"/>
    </lcf76f155ced4ddcb4097134ff3c332f>
    <Member_Groups xmlns="6f45ebe1-19a7-4ef8-a5a4-afb4295ca2e2">
      <UserInfo>
        <DisplayName/>
        <AccountId xsi:nil="true"/>
        <AccountType/>
      </UserInfo>
    </Member_Groups>
    <Self_Registration_Enabled xmlns="6f45ebe1-19a7-4ef8-a5a4-afb4295ca2e2" xsi:nil="true"/>
    <TaxCatchAll xmlns="9d8807c4-7637-41f1-b738-fb31966e1785" xsi:nil="true"/>
  </documentManagement>
</p:properties>
</file>

<file path=customXml/itemProps1.xml><?xml version="1.0" encoding="utf-8"?>
<ds:datastoreItem xmlns:ds="http://schemas.openxmlformats.org/officeDocument/2006/customXml" ds:itemID="{A9541E39-7C96-4699-9E5D-1A663FA727AA}"/>
</file>

<file path=customXml/itemProps2.xml><?xml version="1.0" encoding="utf-8"?>
<ds:datastoreItem xmlns:ds="http://schemas.openxmlformats.org/officeDocument/2006/customXml" ds:itemID="{68997E10-0B68-48CB-B9BB-761DC8E6B4F0}"/>
</file>

<file path=customXml/itemProps3.xml><?xml version="1.0" encoding="utf-8"?>
<ds:datastoreItem xmlns:ds="http://schemas.openxmlformats.org/officeDocument/2006/customXml" ds:itemID="{1FEADC3F-742B-4AD1-B235-DC9D01E4BFAB}"/>
</file>

<file path=docProps/app.xml><?xml version="1.0" encoding="utf-8"?>
<Properties xmlns="http://schemas.openxmlformats.org/officeDocument/2006/extended-properties" xmlns:vt="http://schemas.openxmlformats.org/officeDocument/2006/docPropsVTypes">
  <Template>Office Theme</Template>
  <TotalTime>20967</TotalTime>
  <Words>155</Words>
  <Application>Microsoft Macintosh PowerPoint</Application>
  <PresentationFormat>On-screen Show (16:9)</PresentationFormat>
  <Paragraphs>14</Paragraphs>
  <Slides>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vt:i4>
      </vt:variant>
    </vt:vector>
  </HeadingPairs>
  <TitlesOfParts>
    <vt:vector size="12" baseType="lpstr">
      <vt:lpstr>Arial</vt:lpstr>
      <vt:lpstr>Arial Narrow</vt:lpstr>
      <vt:lpstr>Calibri</vt:lpstr>
      <vt:lpstr>Calibri Light</vt:lpstr>
      <vt:lpstr>Helvetica Neue</vt:lpstr>
      <vt:lpstr>Impact</vt:lpstr>
      <vt:lpstr>Neo Sans Intel</vt:lpstr>
      <vt:lpstr>Neo Sans Intel Medium</vt:lpstr>
      <vt:lpstr>Wingdings</vt:lpstr>
      <vt:lpstr>Office Theme</vt:lpstr>
      <vt:lpstr>11_Architecture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Duncan</dc:creator>
  <cp:lastModifiedBy>Osman, Yussr</cp:lastModifiedBy>
  <cp:revision>154</cp:revision>
  <cp:lastPrinted>2019-02-04T10:33:17Z</cp:lastPrinted>
  <dcterms:created xsi:type="dcterms:W3CDTF">2019-01-30T13:25:34Z</dcterms:created>
  <dcterms:modified xsi:type="dcterms:W3CDTF">2025-10-12T22:33:31Z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0x0101001DA3D6F334C1AA408A80486D71036560</vt:lpwstr>
  </property>
</Properties>
</file>