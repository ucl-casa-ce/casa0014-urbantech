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5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71" d="100"/>
          <a:sy n="171" d="100"/>
        </p:scale>
        <p:origin x="143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JKiWBB5um4mRTZmv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Monitoring and Smart City System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6" y="3656499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@51.5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47156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,-0.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014126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Celebration Avenue, Stratford, London, E20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https://maps.app.goo.gl/JKiWBB5um4mRTZmv9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 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remove.tolls.matter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138499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traffic monitoring station is part of a smart city network used to collect real-time traffic data.</a:t>
            </a: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is measuring vehicle count, traffic flow rate, average speed, and vehicle type recognition through an AI-enabled camera system. The data is used for traffic management, congestion prediction, and improving road safety.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5" y="2571750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time of day shows the highest traffic flow here?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a citizen check real-time traffic information?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benefits most from this technology (drivers, city planners, or pedestrians)?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Ziyi Wang Oct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2025</a:t>
            </a:r>
          </a:p>
        </p:txBody>
      </p:sp>
      <p:pic>
        <p:nvPicPr>
          <p:cNvPr id="14" name="图片 13" descr="交通信号灯&#10;&#10;AI 生成的内容可能不正确。">
            <a:extLst>
              <a:ext uri="{FF2B5EF4-FFF2-40B4-BE49-F238E27FC236}">
                <a16:creationId xmlns:a16="http://schemas.microsoft.com/office/drawing/2014/main" id="{80F3CFFF-EF52-F3B8-1645-F420A86D8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050" y="348895"/>
            <a:ext cx="4208949" cy="23415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8E0073A-7D28-9783-869D-87A4B803B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049" y="2690455"/>
            <a:ext cx="4208950" cy="234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27B5B443-CF94-419D-AA54-38523985DC27}"/>
</file>

<file path=customXml/itemProps2.xml><?xml version="1.0" encoding="utf-8"?>
<ds:datastoreItem xmlns:ds="http://schemas.openxmlformats.org/officeDocument/2006/customXml" ds:itemID="{A586EBAD-E44A-405C-8028-9582DA7B2C3C}"/>
</file>

<file path=customXml/itemProps3.xml><?xml version="1.0" encoding="utf-8"?>
<ds:datastoreItem xmlns:ds="http://schemas.openxmlformats.org/officeDocument/2006/customXml" ds:itemID="{6F7C39FC-265F-4C22-A51A-65DA8EB2EAE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21015</TotalTime>
  <Words>234</Words>
  <Application>Microsoft Office PowerPoint</Application>
  <PresentationFormat>全屏显示(16:9)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Helvetica Neue</vt:lpstr>
      <vt:lpstr>Neo Sans Intel</vt:lpstr>
      <vt:lpstr>Neo Sans Intel Medium</vt:lpstr>
      <vt:lpstr>Arial</vt:lpstr>
      <vt:lpstr>Arial Narrow</vt:lpstr>
      <vt:lpstr>Calibri</vt:lpstr>
      <vt:lpstr>Calibri Light</vt:lpstr>
      <vt:lpstr>Impact</vt:lpstr>
      <vt:lpstr>Wingdings</vt:lpstr>
      <vt:lpstr>Office Theme</vt:lpstr>
      <vt:lpstr>11_Architecture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A2483</cp:lastModifiedBy>
  <cp:revision>154</cp:revision>
  <cp:lastPrinted>2019-02-04T10:33:17Z</cp:lastPrinted>
  <dcterms:created xsi:type="dcterms:W3CDTF">2019-01-30T13:25:34Z</dcterms:created>
  <dcterms:modified xsi:type="dcterms:W3CDTF">2025-10-12T18:26:46Z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