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2" r:id="rId5"/>
  </p:sldMasterIdLst>
  <p:notesMasterIdLst>
    <p:notesMasterId r:id="rId10"/>
  </p:notesMasterIdLst>
  <p:sldIdLst>
    <p:sldId id="645" r:id="rId6"/>
    <p:sldId id="256" r:id="rId7"/>
    <p:sldId id="646" r:id="rId8"/>
    <p:sldId id="647"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76212E9-16B5-D64B-A804-FE4488C6BA69}">
          <p14:sldIdLst>
            <p14:sldId id="645"/>
            <p14:sldId id="256"/>
            <p14:sldId id="646"/>
            <p14:sldId id="647"/>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2C6B2F-8B4B-684F-947A-CA6E763FE47E}" v="3" dt="2025-10-13T08:26:11.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47"/>
    <p:restoredTop sz="81849"/>
  </p:normalViewPr>
  <p:slideViewPr>
    <p:cSldViewPr snapToGrid="0" snapToObjects="1" showGuides="1">
      <p:cViewPr varScale="1">
        <p:scale>
          <a:sx n="131" d="100"/>
          <a:sy n="131" d="100"/>
        </p:scale>
        <p:origin x="1072" y="176"/>
      </p:cViewPr>
      <p:guideLst>
        <p:guide orient="horz" pos="1620"/>
        <p:guide pos="288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son, Duncan" userId="9cebb08e-90e3-4dd2-a2a7-4f1c79197373" providerId="ADAL" clId="{6DB7043A-024A-5419-B63C-999CFC15B06B}"/>
    <pc:docChg chg="addSld modSld">
      <pc:chgData name="Wilson, Duncan" userId="9cebb08e-90e3-4dd2-a2a7-4f1c79197373" providerId="ADAL" clId="{6DB7043A-024A-5419-B63C-999CFC15B06B}" dt="2025-10-13T08:26:11.334" v="2"/>
      <pc:docMkLst>
        <pc:docMk/>
      </pc:docMkLst>
      <pc:sldChg chg="add">
        <pc:chgData name="Wilson, Duncan" userId="9cebb08e-90e3-4dd2-a2a7-4f1c79197373" providerId="ADAL" clId="{6DB7043A-024A-5419-B63C-999CFC15B06B}" dt="2025-10-13T08:25:48.957" v="0"/>
        <pc:sldMkLst>
          <pc:docMk/>
          <pc:sldMk cId="0" sldId="256"/>
        </pc:sldMkLst>
      </pc:sldChg>
      <pc:sldChg chg="add">
        <pc:chgData name="Wilson, Duncan" userId="9cebb08e-90e3-4dd2-a2a7-4f1c79197373" providerId="ADAL" clId="{6DB7043A-024A-5419-B63C-999CFC15B06B}" dt="2025-10-13T08:26:01.580" v="1"/>
        <pc:sldMkLst>
          <pc:docMk/>
          <pc:sldMk cId="0" sldId="646"/>
        </pc:sldMkLst>
      </pc:sldChg>
      <pc:sldChg chg="add">
        <pc:chgData name="Wilson, Duncan" userId="9cebb08e-90e3-4dd2-a2a7-4f1c79197373" providerId="ADAL" clId="{6DB7043A-024A-5419-B63C-999CFC15B06B}" dt="2025-10-13T08:26:11.334" v="2"/>
        <pc:sldMkLst>
          <pc:docMk/>
          <pc:sldMk cId="0" sldId="6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27553-E92D-E641-8EAC-5FB8816F46C8}" type="datetimeFigureOut">
              <a:rPr lang="en-US" smtClean="0"/>
              <a:t>10/13/25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8CAC4-B1A4-5A41-96C6-27A5F45FE6EA}" type="slidenum">
              <a:rPr lang="en-US" smtClean="0"/>
              <a:t>‹#›</a:t>
            </a:fld>
            <a:endParaRPr lang="en-US"/>
          </a:p>
        </p:txBody>
      </p:sp>
    </p:spTree>
    <p:extLst>
      <p:ext uri="{BB962C8B-B14F-4D97-AF65-F5344CB8AC3E}">
        <p14:creationId xmlns:p14="http://schemas.microsoft.com/office/powerpoint/2010/main" val="500134210"/>
      </p:ext>
    </p:extLst>
  </p:cSld>
  <p:clrMap bg1="lt1" tx1="dk1" bg2="lt2" tx2="dk2" accent1="accent1" accent2="accent2" accent3="accent3" accent4="accent4" accent5="accent5" accent6="accent6" hlink="hlink" folHlink="folHlink"/>
  <p:notesStyle>
    <a:lvl1pPr marL="0" algn="l" defTabSz="685772" rtl="0" eaLnBrk="1" latinLnBrk="0" hangingPunct="1">
      <a:defRPr sz="900" kern="1200">
        <a:solidFill>
          <a:schemeClr val="tx1"/>
        </a:solidFill>
        <a:latin typeface="+mn-lt"/>
        <a:ea typeface="+mn-ea"/>
        <a:cs typeface="+mn-cs"/>
      </a:defRPr>
    </a:lvl1pPr>
    <a:lvl2pPr marL="342887" algn="l" defTabSz="685772" rtl="0" eaLnBrk="1" latinLnBrk="0" hangingPunct="1">
      <a:defRPr sz="900" kern="1200">
        <a:solidFill>
          <a:schemeClr val="tx1"/>
        </a:solidFill>
        <a:latin typeface="+mn-lt"/>
        <a:ea typeface="+mn-ea"/>
        <a:cs typeface="+mn-cs"/>
      </a:defRPr>
    </a:lvl2pPr>
    <a:lvl3pPr marL="685772" algn="l" defTabSz="685772" rtl="0" eaLnBrk="1" latinLnBrk="0" hangingPunct="1">
      <a:defRPr sz="900" kern="1200">
        <a:solidFill>
          <a:schemeClr val="tx1"/>
        </a:solidFill>
        <a:latin typeface="+mn-lt"/>
        <a:ea typeface="+mn-ea"/>
        <a:cs typeface="+mn-cs"/>
      </a:defRPr>
    </a:lvl3pPr>
    <a:lvl4pPr marL="1028659" algn="l" defTabSz="685772" rtl="0" eaLnBrk="1" latinLnBrk="0" hangingPunct="1">
      <a:defRPr sz="900" kern="1200">
        <a:solidFill>
          <a:schemeClr val="tx1"/>
        </a:solidFill>
        <a:latin typeface="+mn-lt"/>
        <a:ea typeface="+mn-ea"/>
        <a:cs typeface="+mn-cs"/>
      </a:defRPr>
    </a:lvl4pPr>
    <a:lvl5pPr marL="1371545" algn="l" defTabSz="685772" rtl="0" eaLnBrk="1" latinLnBrk="0" hangingPunct="1">
      <a:defRPr sz="900" kern="1200">
        <a:solidFill>
          <a:schemeClr val="tx1"/>
        </a:solidFill>
        <a:latin typeface="+mn-lt"/>
        <a:ea typeface="+mn-ea"/>
        <a:cs typeface="+mn-cs"/>
      </a:defRPr>
    </a:lvl5pPr>
    <a:lvl6pPr marL="1714432" algn="l" defTabSz="685772" rtl="0" eaLnBrk="1" latinLnBrk="0" hangingPunct="1">
      <a:defRPr sz="900" kern="1200">
        <a:solidFill>
          <a:schemeClr val="tx1"/>
        </a:solidFill>
        <a:latin typeface="+mn-lt"/>
        <a:ea typeface="+mn-ea"/>
        <a:cs typeface="+mn-cs"/>
      </a:defRPr>
    </a:lvl6pPr>
    <a:lvl7pPr marL="2057318" algn="l" defTabSz="685772" rtl="0" eaLnBrk="1" latinLnBrk="0" hangingPunct="1">
      <a:defRPr sz="900" kern="1200">
        <a:solidFill>
          <a:schemeClr val="tx1"/>
        </a:solidFill>
        <a:latin typeface="+mn-lt"/>
        <a:ea typeface="+mn-ea"/>
        <a:cs typeface="+mn-cs"/>
      </a:defRPr>
    </a:lvl7pPr>
    <a:lvl8pPr marL="2400204" algn="l" defTabSz="685772" rtl="0" eaLnBrk="1" latinLnBrk="0" hangingPunct="1">
      <a:defRPr sz="900" kern="1200">
        <a:solidFill>
          <a:schemeClr val="tx1"/>
        </a:solidFill>
        <a:latin typeface="+mn-lt"/>
        <a:ea typeface="+mn-ea"/>
        <a:cs typeface="+mn-cs"/>
      </a:defRPr>
    </a:lvl8pPr>
    <a:lvl9pPr marL="2743091" algn="l" defTabSz="685772"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title and a couple of sentences describing the technology and possibly linking to further information online.</a:t>
            </a:r>
          </a:p>
          <a:p>
            <a:r>
              <a:rPr lang="en-US" dirty="0"/>
              <a:t>A photo of the technology in situ with a corresponding map showing where it is.</a:t>
            </a:r>
          </a:p>
          <a:p>
            <a:r>
              <a:rPr lang="en-US" dirty="0"/>
              <a:t>2 or 3 questions that you might ask when you are in situ at the site of the technology to engage others in a discussion about that technology</a:t>
            </a:r>
          </a:p>
          <a:p>
            <a:r>
              <a:rPr lang="en-US" dirty="0"/>
              <a:t>The following geographic data: </a:t>
            </a:r>
          </a:p>
          <a:p>
            <a:pPr marL="171450" indent="-171450">
              <a:buFontTx/>
              <a:buChar char="-"/>
            </a:pPr>
            <a:r>
              <a:rPr lang="en-US" dirty="0"/>
              <a:t>Lat Long</a:t>
            </a:r>
          </a:p>
          <a:p>
            <a:pPr marL="171450" indent="-171450">
              <a:buFontTx/>
              <a:buChar char="-"/>
            </a:pPr>
            <a:r>
              <a:rPr lang="en-US" dirty="0"/>
              <a:t>Street Address</a:t>
            </a:r>
          </a:p>
          <a:p>
            <a:pPr marL="171450" indent="-171450">
              <a:buFontTx/>
              <a:buChar char="-"/>
            </a:pPr>
            <a:r>
              <a:rPr lang="en-US" dirty="0"/>
              <a:t>Google maps link</a:t>
            </a:r>
          </a:p>
          <a:p>
            <a:pPr marL="171450" indent="-171450">
              <a:buFontTx/>
              <a:buChar char="-"/>
            </a:pPr>
            <a:r>
              <a:rPr lang="en-US" dirty="0"/>
              <a:t>What3words location</a:t>
            </a:r>
          </a:p>
          <a:p>
            <a:r>
              <a:rPr lang="en-US" dirty="0"/>
              <a:t>Also add in the names of those submitting this data.</a:t>
            </a:r>
          </a:p>
          <a:p>
            <a:endParaRPr lang="en-US" dirty="0"/>
          </a:p>
        </p:txBody>
      </p:sp>
      <p:sp>
        <p:nvSpPr>
          <p:cNvPr id="4" name="Slide Number Placeholder 3"/>
          <p:cNvSpPr>
            <a:spLocks noGrp="1"/>
          </p:cNvSpPr>
          <p:nvPr>
            <p:ph type="sldNum" sz="quarter" idx="5"/>
          </p:nvPr>
        </p:nvSpPr>
        <p:spPr/>
        <p:txBody>
          <a:bodyPr/>
          <a:lstStyle/>
          <a:p>
            <a:fld id="{6958CAC4-B1A4-5A41-96C6-27A5F45FE6EA}" type="slidenum">
              <a:rPr lang="en-US" smtClean="0"/>
              <a:t>1</a:t>
            </a:fld>
            <a:endParaRPr lang="en-US"/>
          </a:p>
        </p:txBody>
      </p:sp>
    </p:spTree>
    <p:extLst>
      <p:ext uri="{BB962C8B-B14F-4D97-AF65-F5344CB8AC3E}">
        <p14:creationId xmlns:p14="http://schemas.microsoft.com/office/powerpoint/2010/main" val="4221533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title and a couple of sentences describing the technology and possibly linking to further information online.</a:t>
            </a:r>
            <a:endParaRPr/>
          </a:p>
          <a:p>
            <a:pPr marL="0" lvl="0" indent="0" algn="l" rtl="0">
              <a:spcBef>
                <a:spcPts val="0"/>
              </a:spcBef>
              <a:spcAft>
                <a:spcPts val="0"/>
              </a:spcAft>
              <a:buNone/>
            </a:pPr>
            <a:r>
              <a:rPr lang="en-US"/>
              <a:t>A photo of the technology in situ with a corresponding map showing where it is.</a:t>
            </a:r>
            <a:endParaRPr/>
          </a:p>
          <a:p>
            <a:pPr marL="0" lvl="0" indent="0" algn="l" rtl="0">
              <a:spcBef>
                <a:spcPts val="0"/>
              </a:spcBef>
              <a:spcAft>
                <a:spcPts val="0"/>
              </a:spcAft>
              <a:buNone/>
            </a:pPr>
            <a:r>
              <a:rPr lang="en-US"/>
              <a:t>2 or 3 questions that you might ask when you are in situ at the site of the technology to engage others in a discussion about that technology</a:t>
            </a:r>
            <a:endParaRPr/>
          </a:p>
          <a:p>
            <a:pPr marL="0" lvl="0" indent="0" algn="l" rtl="0">
              <a:spcBef>
                <a:spcPts val="0"/>
              </a:spcBef>
              <a:spcAft>
                <a:spcPts val="0"/>
              </a:spcAft>
              <a:buNone/>
            </a:pPr>
            <a:r>
              <a:rPr lang="en-US"/>
              <a:t>The following geographic data: </a:t>
            </a:r>
            <a:endParaRPr/>
          </a:p>
          <a:p>
            <a:pPr marL="171450" lvl="0" indent="-171450" algn="l" rtl="0">
              <a:spcBef>
                <a:spcPts val="0"/>
              </a:spcBef>
              <a:spcAft>
                <a:spcPts val="0"/>
              </a:spcAft>
              <a:buClr>
                <a:schemeClr val="dk1"/>
              </a:buClr>
              <a:buSzPts val="900"/>
              <a:buFont typeface="Calibri"/>
              <a:buChar char="-"/>
            </a:pPr>
            <a:r>
              <a:rPr lang="en-US"/>
              <a:t>Lat Long</a:t>
            </a:r>
            <a:endParaRPr/>
          </a:p>
          <a:p>
            <a:pPr marL="171450" lvl="0" indent="-171450" algn="l" rtl="0">
              <a:spcBef>
                <a:spcPts val="0"/>
              </a:spcBef>
              <a:spcAft>
                <a:spcPts val="0"/>
              </a:spcAft>
              <a:buClr>
                <a:schemeClr val="dk1"/>
              </a:buClr>
              <a:buSzPts val="900"/>
              <a:buFont typeface="Calibri"/>
              <a:buChar char="-"/>
            </a:pPr>
            <a:r>
              <a:rPr lang="en-US"/>
              <a:t>Street Address</a:t>
            </a:r>
            <a:endParaRPr/>
          </a:p>
          <a:p>
            <a:pPr marL="171450" lvl="0" indent="-171450" algn="l" rtl="0">
              <a:spcBef>
                <a:spcPts val="0"/>
              </a:spcBef>
              <a:spcAft>
                <a:spcPts val="0"/>
              </a:spcAft>
              <a:buClr>
                <a:schemeClr val="dk1"/>
              </a:buClr>
              <a:buSzPts val="900"/>
              <a:buFont typeface="Calibri"/>
              <a:buChar char="-"/>
            </a:pPr>
            <a:r>
              <a:rPr lang="en-US"/>
              <a:t>Google maps link</a:t>
            </a:r>
            <a:endParaRPr/>
          </a:p>
          <a:p>
            <a:pPr marL="171450" lvl="0" indent="-171450" algn="l" rtl="0">
              <a:spcBef>
                <a:spcPts val="0"/>
              </a:spcBef>
              <a:spcAft>
                <a:spcPts val="0"/>
              </a:spcAft>
              <a:buClr>
                <a:schemeClr val="dk1"/>
              </a:buClr>
              <a:buSzPts val="900"/>
              <a:buFont typeface="Calibri"/>
              <a:buChar char="-"/>
            </a:pPr>
            <a:r>
              <a:rPr lang="en-US"/>
              <a:t>What3words location</a:t>
            </a:r>
            <a:endParaRPr/>
          </a:p>
          <a:p>
            <a:pPr marL="0" lvl="0" indent="0" algn="l" rtl="0">
              <a:spcBef>
                <a:spcPts val="0"/>
              </a:spcBef>
              <a:spcAft>
                <a:spcPts val="0"/>
              </a:spcAft>
              <a:buNone/>
            </a:pPr>
            <a:r>
              <a:rPr lang="en-US"/>
              <a:t>Also add in the names of those submitting this data.</a:t>
            </a:r>
            <a:endParaRPr/>
          </a:p>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title and a couple of sentences describing the technology and possibly linking to further information online.</a:t>
            </a:r>
          </a:p>
          <a:p>
            <a:r>
              <a:rPr lang="en-US" dirty="0"/>
              <a:t>A photo of the technology in situ with a corresponding map showing where it is.</a:t>
            </a:r>
          </a:p>
          <a:p>
            <a:r>
              <a:rPr lang="en-US" dirty="0"/>
              <a:t>2 or 3 questions that you might ask when you are in situ at the site of the technology to engage others in a discussion about that technology</a:t>
            </a:r>
          </a:p>
          <a:p>
            <a:r>
              <a:rPr lang="en-US" dirty="0"/>
              <a:t>The following geographic data: </a:t>
            </a:r>
          </a:p>
          <a:p>
            <a:pPr marL="171450" indent="-171450">
              <a:buFontTx/>
              <a:buChar char="-"/>
            </a:pPr>
            <a:r>
              <a:rPr lang="en-US" dirty="0"/>
              <a:t>Lat Long</a:t>
            </a:r>
          </a:p>
          <a:p>
            <a:pPr marL="171450" indent="-171450">
              <a:buFontTx/>
              <a:buChar char="-"/>
            </a:pPr>
            <a:r>
              <a:rPr lang="en-US" dirty="0"/>
              <a:t>Street Address</a:t>
            </a:r>
          </a:p>
          <a:p>
            <a:pPr marL="171450" indent="-171450">
              <a:buFontTx/>
              <a:buChar char="-"/>
            </a:pPr>
            <a:r>
              <a:rPr lang="en-US" dirty="0"/>
              <a:t>Google maps link</a:t>
            </a:r>
          </a:p>
          <a:p>
            <a:pPr marL="171450" indent="-171450">
              <a:buFontTx/>
              <a:buChar char="-"/>
            </a:pPr>
            <a:r>
              <a:rPr lang="en-US" dirty="0"/>
              <a:t>What3words location</a:t>
            </a:r>
          </a:p>
          <a:p>
            <a:r>
              <a:rPr lang="en-US" dirty="0"/>
              <a:t>Also add in the names of those submitting this data.</a:t>
            </a:r>
          </a:p>
          <a:p>
            <a:endParaRPr lang="en-US" dirty="0"/>
          </a:p>
        </p:txBody>
      </p:sp>
      <p:sp>
        <p:nvSpPr>
          <p:cNvPr id="4" name="Slide Number Placeholder 3"/>
          <p:cNvSpPr>
            <a:spLocks noGrp="1"/>
          </p:cNvSpPr>
          <p:nvPr>
            <p:ph type="sldNum" sz="quarter" idx="5"/>
          </p:nvPr>
        </p:nvSpPr>
        <p:spPr/>
        <p:txBody>
          <a:bodyPr/>
          <a:lstStyle/>
          <a:p>
            <a:fld id="{6958CAC4-B1A4-5A41-96C6-27A5F45FE6EA}"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title and a couple of sentences describing the technology and possibly linking to further information online.</a:t>
            </a:r>
          </a:p>
          <a:p>
            <a:r>
              <a:rPr lang="en-US" dirty="0"/>
              <a:t>A photo of the technology in situ with a corresponding map showing where it is.</a:t>
            </a:r>
          </a:p>
          <a:p>
            <a:r>
              <a:rPr lang="en-US" dirty="0"/>
              <a:t>2 or 3 questions that you might ask when you are in situ at the site of the technology to engage others in a discussion about that technology</a:t>
            </a:r>
          </a:p>
          <a:p>
            <a:r>
              <a:rPr lang="en-US" dirty="0"/>
              <a:t>The following geographic data: </a:t>
            </a:r>
          </a:p>
          <a:p>
            <a:pPr marL="171450" indent="-171450">
              <a:buFontTx/>
              <a:buChar char="-"/>
            </a:pPr>
            <a:r>
              <a:rPr lang="en-US" dirty="0"/>
              <a:t>Lat Long</a:t>
            </a:r>
          </a:p>
          <a:p>
            <a:pPr marL="171450" indent="-171450">
              <a:buFontTx/>
              <a:buChar char="-"/>
            </a:pPr>
            <a:r>
              <a:rPr lang="en-US" dirty="0"/>
              <a:t>Street Address</a:t>
            </a:r>
          </a:p>
          <a:p>
            <a:pPr marL="171450" indent="-171450">
              <a:buFontTx/>
              <a:buChar char="-"/>
            </a:pPr>
            <a:r>
              <a:rPr lang="en-US" dirty="0"/>
              <a:t>Google maps link</a:t>
            </a:r>
          </a:p>
          <a:p>
            <a:pPr marL="171450" indent="-171450">
              <a:buFontTx/>
              <a:buChar char="-"/>
            </a:pPr>
            <a:r>
              <a:rPr lang="en-US" dirty="0"/>
              <a:t>What3words location</a:t>
            </a:r>
          </a:p>
          <a:p>
            <a:r>
              <a:rPr lang="en-US" dirty="0"/>
              <a:t>Also add in the names of those submitting this data.</a:t>
            </a:r>
          </a:p>
          <a:p>
            <a:endParaRPr lang="en-US" dirty="0"/>
          </a:p>
        </p:txBody>
      </p:sp>
      <p:sp>
        <p:nvSpPr>
          <p:cNvPr id="4" name="Slide Number Placeholder 3"/>
          <p:cNvSpPr>
            <a:spLocks noGrp="1"/>
          </p:cNvSpPr>
          <p:nvPr>
            <p:ph type="sldNum" sz="quarter" idx="5"/>
          </p:nvPr>
        </p:nvSpPr>
        <p:spPr/>
        <p:txBody>
          <a:bodyPr/>
          <a:lstStyle/>
          <a:p>
            <a:fld id="{6958CAC4-B1A4-5A41-96C6-27A5F45FE6EA}"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884" indent="0" algn="ctr">
              <a:buNone/>
              <a:defRPr sz="1500"/>
            </a:lvl2pPr>
            <a:lvl3pPr marL="685770" indent="0" algn="ctr">
              <a:buNone/>
              <a:defRPr sz="1350"/>
            </a:lvl3pPr>
            <a:lvl4pPr marL="1028654" indent="0" algn="ctr">
              <a:buNone/>
              <a:defRPr sz="1200"/>
            </a:lvl4pPr>
            <a:lvl5pPr marL="1371539" indent="0" algn="ctr">
              <a:buNone/>
              <a:defRPr sz="1200"/>
            </a:lvl5pPr>
            <a:lvl6pPr marL="1714424" indent="0" algn="ctr">
              <a:buNone/>
              <a:defRPr sz="1200"/>
            </a:lvl6pPr>
            <a:lvl7pPr marL="2057308" indent="0" algn="ctr">
              <a:buNone/>
              <a:defRPr sz="1200"/>
            </a:lvl7pPr>
            <a:lvl8pPr marL="2400192" indent="0" algn="ctr">
              <a:buNone/>
              <a:defRPr sz="1200"/>
            </a:lvl8pPr>
            <a:lvl9pPr marL="2743078"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3186469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395463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7"/>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84" indent="0">
              <a:buNone/>
              <a:defRPr sz="1500">
                <a:solidFill>
                  <a:schemeClr val="tx1">
                    <a:tint val="75000"/>
                  </a:schemeClr>
                </a:solidFill>
              </a:defRPr>
            </a:lvl2pPr>
            <a:lvl3pPr marL="685770" indent="0">
              <a:buNone/>
              <a:defRPr sz="1350">
                <a:solidFill>
                  <a:schemeClr val="tx1">
                    <a:tint val="75000"/>
                  </a:schemeClr>
                </a:solidFill>
              </a:defRPr>
            </a:lvl3pPr>
            <a:lvl4pPr marL="1028654" indent="0">
              <a:buNone/>
              <a:defRPr sz="1200">
                <a:solidFill>
                  <a:schemeClr val="tx1">
                    <a:tint val="75000"/>
                  </a:schemeClr>
                </a:solidFill>
              </a:defRPr>
            </a:lvl4pPr>
            <a:lvl5pPr marL="1371539" indent="0">
              <a:buNone/>
              <a:defRPr sz="1200">
                <a:solidFill>
                  <a:schemeClr val="tx1">
                    <a:tint val="75000"/>
                  </a:schemeClr>
                </a:solidFill>
              </a:defRPr>
            </a:lvl5pPr>
            <a:lvl6pPr marL="1714424" indent="0">
              <a:buNone/>
              <a:defRPr sz="1200">
                <a:solidFill>
                  <a:schemeClr val="tx1">
                    <a:tint val="75000"/>
                  </a:schemeClr>
                </a:solidFill>
              </a:defRPr>
            </a:lvl6pPr>
            <a:lvl7pPr marL="2057308" indent="0">
              <a:buNone/>
              <a:defRPr sz="1200">
                <a:solidFill>
                  <a:schemeClr val="tx1">
                    <a:tint val="75000"/>
                  </a:schemeClr>
                </a:solidFill>
              </a:defRPr>
            </a:lvl7pPr>
            <a:lvl8pPr marL="2400192" indent="0">
              <a:buNone/>
              <a:defRPr sz="1200">
                <a:solidFill>
                  <a:schemeClr val="tx1">
                    <a:tint val="75000"/>
                  </a:schemeClr>
                </a:solidFill>
              </a:defRPr>
            </a:lvl8pPr>
            <a:lvl9pPr marL="2743078"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ECFCEBF-36FC-6841-BB73-A86EEE8F38FA}"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1608713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CFCEBF-36FC-6841-BB73-A86EEE8F38FA}" type="datetimeFigureOut">
              <a:rPr lang="en-US" smtClean="0"/>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3145043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884" indent="0">
              <a:buNone/>
              <a:defRPr sz="1500" b="1"/>
            </a:lvl2pPr>
            <a:lvl3pPr marL="685770" indent="0">
              <a:buNone/>
              <a:defRPr sz="1350" b="1"/>
            </a:lvl3pPr>
            <a:lvl4pPr marL="1028654" indent="0">
              <a:buNone/>
              <a:defRPr sz="1200" b="1"/>
            </a:lvl4pPr>
            <a:lvl5pPr marL="1371539" indent="0">
              <a:buNone/>
              <a:defRPr sz="1200" b="1"/>
            </a:lvl5pPr>
            <a:lvl6pPr marL="1714424" indent="0">
              <a:buNone/>
              <a:defRPr sz="1200" b="1"/>
            </a:lvl6pPr>
            <a:lvl7pPr marL="2057308" indent="0">
              <a:buNone/>
              <a:defRPr sz="1200" b="1"/>
            </a:lvl7pPr>
            <a:lvl8pPr marL="2400192" indent="0">
              <a:buNone/>
              <a:defRPr sz="1200" b="1"/>
            </a:lvl8pPr>
            <a:lvl9pPr marL="2743078"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9"/>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6" y="1260872"/>
            <a:ext cx="3887391" cy="617934"/>
          </a:xfrm>
        </p:spPr>
        <p:txBody>
          <a:bodyPr anchor="b"/>
          <a:lstStyle>
            <a:lvl1pPr marL="0" indent="0">
              <a:buNone/>
              <a:defRPr sz="1800" b="1"/>
            </a:lvl1pPr>
            <a:lvl2pPr marL="342884" indent="0">
              <a:buNone/>
              <a:defRPr sz="1500" b="1"/>
            </a:lvl2pPr>
            <a:lvl3pPr marL="685770" indent="0">
              <a:buNone/>
              <a:defRPr sz="1350" b="1"/>
            </a:lvl3pPr>
            <a:lvl4pPr marL="1028654" indent="0">
              <a:buNone/>
              <a:defRPr sz="1200" b="1"/>
            </a:lvl4pPr>
            <a:lvl5pPr marL="1371539" indent="0">
              <a:buNone/>
              <a:defRPr sz="1200" b="1"/>
            </a:lvl5pPr>
            <a:lvl6pPr marL="1714424" indent="0">
              <a:buNone/>
              <a:defRPr sz="1200" b="1"/>
            </a:lvl6pPr>
            <a:lvl7pPr marL="2057308" indent="0">
              <a:buNone/>
              <a:defRPr sz="1200" b="1"/>
            </a:lvl7pPr>
            <a:lvl8pPr marL="2400192" indent="0">
              <a:buNone/>
              <a:defRPr sz="1200" b="1"/>
            </a:lvl8pPr>
            <a:lvl9pPr marL="2743078" indent="0">
              <a:buNone/>
              <a:defRPr sz="1200" b="1"/>
            </a:lvl9pPr>
          </a:lstStyle>
          <a:p>
            <a:pPr lvl="0"/>
            <a:r>
              <a:rPr lang="en-US"/>
              <a:t>Edit Master text styles</a:t>
            </a:r>
          </a:p>
        </p:txBody>
      </p:sp>
      <p:sp>
        <p:nvSpPr>
          <p:cNvPr id="6" name="Content Placeholder 5"/>
          <p:cNvSpPr>
            <a:spLocks noGrp="1"/>
          </p:cNvSpPr>
          <p:nvPr>
            <p:ph sz="quarter" idx="4"/>
          </p:nvPr>
        </p:nvSpPr>
        <p:spPr>
          <a:xfrm>
            <a:off x="4629156" y="1878809"/>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CFCEBF-36FC-6841-BB73-A86EEE8F38FA}" type="datetimeFigureOut">
              <a:rPr lang="en-US" smtClean="0"/>
              <a:t>10/13/25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1398978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CFCEBF-36FC-6841-BB73-A86EEE8F38FA}" type="datetimeFigureOut">
              <a:rPr lang="en-US" smtClean="0"/>
              <a:t>10/13/25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118259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CFCEBF-36FC-6841-BB73-A86EEE8F38FA}" type="datetimeFigureOut">
              <a:rPr lang="en-US" smtClean="0"/>
              <a:t>10/13/25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621933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884" indent="0">
              <a:buNone/>
              <a:defRPr sz="1050"/>
            </a:lvl2pPr>
            <a:lvl3pPr marL="685770" indent="0">
              <a:buNone/>
              <a:defRPr sz="900"/>
            </a:lvl3pPr>
            <a:lvl4pPr marL="1028654" indent="0">
              <a:buNone/>
              <a:defRPr sz="750"/>
            </a:lvl4pPr>
            <a:lvl5pPr marL="1371539" indent="0">
              <a:buNone/>
              <a:defRPr sz="750"/>
            </a:lvl5pPr>
            <a:lvl6pPr marL="1714424" indent="0">
              <a:buNone/>
              <a:defRPr sz="750"/>
            </a:lvl6pPr>
            <a:lvl7pPr marL="2057308" indent="0">
              <a:buNone/>
              <a:defRPr sz="750"/>
            </a:lvl7pPr>
            <a:lvl8pPr marL="2400192" indent="0">
              <a:buNone/>
              <a:defRPr sz="750"/>
            </a:lvl8pPr>
            <a:lvl9pPr marL="2743078"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ECFCEBF-36FC-6841-BB73-A86EEE8F38FA}" type="datetimeFigureOut">
              <a:rPr lang="en-US" smtClean="0"/>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4198371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70"/>
            <a:ext cx="4629150" cy="3655219"/>
          </a:xfrm>
        </p:spPr>
        <p:txBody>
          <a:bodyPr anchor="t"/>
          <a:lstStyle>
            <a:lvl1pPr marL="0" indent="0">
              <a:buNone/>
              <a:defRPr sz="2400"/>
            </a:lvl1pPr>
            <a:lvl2pPr marL="342884" indent="0">
              <a:buNone/>
              <a:defRPr sz="2100"/>
            </a:lvl2pPr>
            <a:lvl3pPr marL="685770" indent="0">
              <a:buNone/>
              <a:defRPr sz="1800"/>
            </a:lvl3pPr>
            <a:lvl4pPr marL="1028654" indent="0">
              <a:buNone/>
              <a:defRPr sz="1500"/>
            </a:lvl4pPr>
            <a:lvl5pPr marL="1371539" indent="0">
              <a:buNone/>
              <a:defRPr sz="1500"/>
            </a:lvl5pPr>
            <a:lvl6pPr marL="1714424" indent="0">
              <a:buNone/>
              <a:defRPr sz="1500"/>
            </a:lvl6pPr>
            <a:lvl7pPr marL="2057308" indent="0">
              <a:buNone/>
              <a:defRPr sz="1500"/>
            </a:lvl7pPr>
            <a:lvl8pPr marL="2400192" indent="0">
              <a:buNone/>
              <a:defRPr sz="1500"/>
            </a:lvl8pPr>
            <a:lvl9pPr marL="2743078"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884" indent="0">
              <a:buNone/>
              <a:defRPr sz="1050"/>
            </a:lvl2pPr>
            <a:lvl3pPr marL="685770" indent="0">
              <a:buNone/>
              <a:defRPr sz="900"/>
            </a:lvl3pPr>
            <a:lvl4pPr marL="1028654" indent="0">
              <a:buNone/>
              <a:defRPr sz="750"/>
            </a:lvl4pPr>
            <a:lvl5pPr marL="1371539" indent="0">
              <a:buNone/>
              <a:defRPr sz="750"/>
            </a:lvl5pPr>
            <a:lvl6pPr marL="1714424" indent="0">
              <a:buNone/>
              <a:defRPr sz="750"/>
            </a:lvl6pPr>
            <a:lvl7pPr marL="2057308" indent="0">
              <a:buNone/>
              <a:defRPr sz="750"/>
            </a:lvl7pPr>
            <a:lvl8pPr marL="2400192" indent="0">
              <a:buNone/>
              <a:defRPr sz="750"/>
            </a:lvl8pPr>
            <a:lvl9pPr marL="2743078"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ECFCEBF-36FC-6841-BB73-A86EEE8F38FA}" type="datetimeFigureOut">
              <a:rPr lang="en-US" smtClean="0"/>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2445063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166832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7"/>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6" y="273847"/>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351447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4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177" indent="0" algn="ctr">
              <a:buNone/>
              <a:defRPr/>
            </a:lvl2pPr>
            <a:lvl3pPr marL="914354" indent="0" algn="ctr">
              <a:buNone/>
              <a:defRPr/>
            </a:lvl3pPr>
            <a:lvl4pPr marL="1371532"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t>Click to edit Master subtitle style</a:t>
            </a:r>
          </a:p>
        </p:txBody>
      </p:sp>
      <p:sp>
        <p:nvSpPr>
          <p:cNvPr id="4" name="Slide Number Placeholder 1"/>
          <p:cNvSpPr>
            <a:spLocks noGrp="1"/>
          </p:cNvSpPr>
          <p:nvPr>
            <p:ph type="sldNum" sz="quarter" idx="10"/>
          </p:nvPr>
        </p:nvSpPr>
        <p:spPr>
          <a:ln/>
        </p:spPr>
        <p:txBody>
          <a:bodyPr/>
          <a:lstStyle>
            <a:lvl1pPr>
              <a:defRPr/>
            </a:lvl1pPr>
          </a:lstStyle>
          <a:p>
            <a:pPr>
              <a:defRPr/>
            </a:pPr>
            <a:fld id="{7B031FD1-127D-412B-A7FA-FEF8F0C8AB1D}" type="slidenum">
              <a:rPr lang="en-GB"/>
              <a:pPr>
                <a:defRPr/>
              </a:pPr>
              <a:t>‹#›</a:t>
            </a:fld>
            <a:endParaRPr lang="en-GB"/>
          </a:p>
        </p:txBody>
      </p:sp>
    </p:spTree>
    <p:extLst>
      <p:ext uri="{BB962C8B-B14F-4D97-AF65-F5344CB8AC3E}">
        <p14:creationId xmlns:p14="http://schemas.microsoft.com/office/powerpoint/2010/main" val="1513332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0"/>
          </p:nvPr>
        </p:nvSpPr>
        <p:spPr>
          <a:ln/>
        </p:spPr>
        <p:txBody>
          <a:bodyPr/>
          <a:lstStyle>
            <a:lvl1pPr>
              <a:defRPr/>
            </a:lvl1pPr>
          </a:lstStyle>
          <a:p>
            <a:pPr>
              <a:defRPr/>
            </a:pPr>
            <a:fld id="{FD12D53D-39E1-4231-BA24-E157ABA8ECC1}" type="slidenum">
              <a:rPr lang="en-GB"/>
              <a:pPr>
                <a:defRPr/>
              </a:pPr>
              <a:t>‹#›</a:t>
            </a:fld>
            <a:endParaRPr lang="en-GB"/>
          </a:p>
        </p:txBody>
      </p:sp>
    </p:spTree>
    <p:extLst>
      <p:ext uri="{BB962C8B-B14F-4D97-AF65-F5344CB8AC3E}">
        <p14:creationId xmlns:p14="http://schemas.microsoft.com/office/powerpoint/2010/main" val="116434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
        <p:nvSpPr>
          <p:cNvPr id="4" name="Slide Number Placeholder 1"/>
          <p:cNvSpPr>
            <a:spLocks noGrp="1"/>
          </p:cNvSpPr>
          <p:nvPr>
            <p:ph type="sldNum" sz="quarter" idx="10"/>
          </p:nvPr>
        </p:nvSpPr>
        <p:spPr>
          <a:ln/>
        </p:spPr>
        <p:txBody>
          <a:bodyPr/>
          <a:lstStyle>
            <a:lvl1pPr>
              <a:defRPr/>
            </a:lvl1pPr>
          </a:lstStyle>
          <a:p>
            <a:pPr>
              <a:defRPr/>
            </a:pPr>
            <a:fld id="{025DEBF1-8136-42C6-9FF3-0B14050AE327}" type="slidenum">
              <a:rPr lang="en-GB"/>
              <a:pPr>
                <a:defRPr/>
              </a:pPr>
              <a:t>‹#›</a:t>
            </a:fld>
            <a:endParaRPr lang="en-GB"/>
          </a:p>
        </p:txBody>
      </p:sp>
    </p:spTree>
    <p:extLst>
      <p:ext uri="{BB962C8B-B14F-4D97-AF65-F5344CB8AC3E}">
        <p14:creationId xmlns:p14="http://schemas.microsoft.com/office/powerpoint/2010/main" val="1564910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0500" y="1201341"/>
            <a:ext cx="4305300" cy="33932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1341"/>
            <a:ext cx="4305300" cy="33932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1"/>
          <p:cNvSpPr>
            <a:spLocks noGrp="1"/>
          </p:cNvSpPr>
          <p:nvPr>
            <p:ph type="sldNum" sz="quarter" idx="10"/>
          </p:nvPr>
        </p:nvSpPr>
        <p:spPr>
          <a:ln/>
        </p:spPr>
        <p:txBody>
          <a:bodyPr/>
          <a:lstStyle>
            <a:lvl1pPr>
              <a:defRPr/>
            </a:lvl1pPr>
          </a:lstStyle>
          <a:p>
            <a:pPr>
              <a:defRPr/>
            </a:pPr>
            <a:fld id="{6FDE68A2-00D0-472A-A9D8-FF42D58E49D8}" type="slidenum">
              <a:rPr lang="en-GB"/>
              <a:pPr>
                <a:defRPr/>
              </a:pPr>
              <a:t>‹#›</a:t>
            </a:fld>
            <a:endParaRPr lang="en-GB"/>
          </a:p>
        </p:txBody>
      </p:sp>
    </p:spTree>
    <p:extLst>
      <p:ext uri="{BB962C8B-B14F-4D97-AF65-F5344CB8AC3E}">
        <p14:creationId xmlns:p14="http://schemas.microsoft.com/office/powerpoint/2010/main" val="2201690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3" y="1151335"/>
            <a:ext cx="4041775" cy="47982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
          <p:cNvSpPr>
            <a:spLocks noGrp="1"/>
          </p:cNvSpPr>
          <p:nvPr>
            <p:ph type="sldNum" sz="quarter" idx="10"/>
          </p:nvPr>
        </p:nvSpPr>
        <p:spPr>
          <a:ln/>
        </p:spPr>
        <p:txBody>
          <a:bodyPr/>
          <a:lstStyle>
            <a:lvl1pPr>
              <a:defRPr/>
            </a:lvl1pPr>
          </a:lstStyle>
          <a:p>
            <a:pPr>
              <a:defRPr/>
            </a:pPr>
            <a:fld id="{AC1810F1-F0FC-48A2-9F4E-96172F26CA38}" type="slidenum">
              <a:rPr lang="en-GB"/>
              <a:pPr>
                <a:defRPr/>
              </a:pPr>
              <a:t>‹#›</a:t>
            </a:fld>
            <a:endParaRPr lang="en-GB"/>
          </a:p>
        </p:txBody>
      </p:sp>
    </p:spTree>
    <p:extLst>
      <p:ext uri="{BB962C8B-B14F-4D97-AF65-F5344CB8AC3E}">
        <p14:creationId xmlns:p14="http://schemas.microsoft.com/office/powerpoint/2010/main" val="4132096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1"/>
          <p:cNvSpPr>
            <a:spLocks noGrp="1"/>
          </p:cNvSpPr>
          <p:nvPr>
            <p:ph type="sldNum" sz="quarter" idx="10"/>
          </p:nvPr>
        </p:nvSpPr>
        <p:spPr>
          <a:ln/>
        </p:spPr>
        <p:txBody>
          <a:bodyPr/>
          <a:lstStyle>
            <a:lvl1pPr>
              <a:defRPr/>
            </a:lvl1pPr>
          </a:lstStyle>
          <a:p>
            <a:pPr>
              <a:defRPr/>
            </a:pPr>
            <a:fld id="{6152C491-01D7-4FB3-BDB2-1DAE90FB3F39}" type="slidenum">
              <a:rPr lang="en-GB"/>
              <a:pPr>
                <a:defRPr/>
              </a:pPr>
              <a:t>‹#›</a:t>
            </a:fld>
            <a:endParaRPr lang="en-GB"/>
          </a:p>
        </p:txBody>
      </p:sp>
    </p:spTree>
    <p:extLst>
      <p:ext uri="{BB962C8B-B14F-4D97-AF65-F5344CB8AC3E}">
        <p14:creationId xmlns:p14="http://schemas.microsoft.com/office/powerpoint/2010/main" val="259908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ln/>
        </p:spPr>
        <p:txBody>
          <a:bodyPr/>
          <a:lstStyle>
            <a:lvl1pPr>
              <a:defRPr/>
            </a:lvl1pPr>
          </a:lstStyle>
          <a:p>
            <a:pPr>
              <a:defRPr/>
            </a:pPr>
            <a:fld id="{1D9DE526-BA90-4DB1-A7A3-BD72570A4977}" type="slidenum">
              <a:rPr lang="en-GB"/>
              <a:pPr>
                <a:defRPr/>
              </a:pPr>
              <a:t>‹#›</a:t>
            </a:fld>
            <a:endParaRPr lang="en-GB"/>
          </a:p>
        </p:txBody>
      </p:sp>
    </p:spTree>
    <p:extLst>
      <p:ext uri="{BB962C8B-B14F-4D97-AF65-F5344CB8AC3E}">
        <p14:creationId xmlns:p14="http://schemas.microsoft.com/office/powerpoint/2010/main" val="42737297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81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
        <p:nvSpPr>
          <p:cNvPr id="5" name="Slide Number Placeholder 1"/>
          <p:cNvSpPr>
            <a:spLocks noGrp="1"/>
          </p:cNvSpPr>
          <p:nvPr>
            <p:ph type="sldNum" sz="quarter" idx="10"/>
          </p:nvPr>
        </p:nvSpPr>
        <p:spPr>
          <a:ln/>
        </p:spPr>
        <p:txBody>
          <a:bodyPr/>
          <a:lstStyle>
            <a:lvl1pPr>
              <a:defRPr/>
            </a:lvl1pPr>
          </a:lstStyle>
          <a:p>
            <a:pPr>
              <a:defRPr/>
            </a:pPr>
            <a:fld id="{9DB80167-8A7A-4FB6-8D44-EB04D54B07F6}" type="slidenum">
              <a:rPr lang="en-GB"/>
              <a:pPr>
                <a:defRPr/>
              </a:pPr>
              <a:t>‹#›</a:t>
            </a:fld>
            <a:endParaRPr lang="en-GB"/>
          </a:p>
        </p:txBody>
      </p:sp>
    </p:spTree>
    <p:extLst>
      <p:ext uri="{BB962C8B-B14F-4D97-AF65-F5344CB8AC3E}">
        <p14:creationId xmlns:p14="http://schemas.microsoft.com/office/powerpoint/2010/main" val="1227032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lIns="91431" tIns="45716" rIns="91431" bIns="45716"/>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4025525"/>
            <a:ext cx="5486400" cy="603647"/>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
        <p:nvSpPr>
          <p:cNvPr id="5" name="Slide Number Placeholder 1"/>
          <p:cNvSpPr>
            <a:spLocks noGrp="1"/>
          </p:cNvSpPr>
          <p:nvPr>
            <p:ph type="sldNum" sz="quarter" idx="10"/>
          </p:nvPr>
        </p:nvSpPr>
        <p:spPr>
          <a:ln/>
        </p:spPr>
        <p:txBody>
          <a:bodyPr/>
          <a:lstStyle>
            <a:lvl1pPr>
              <a:defRPr/>
            </a:lvl1pPr>
          </a:lstStyle>
          <a:p>
            <a:pPr>
              <a:defRPr/>
            </a:pPr>
            <a:fld id="{DF6CB3AD-9740-4D17-9F9C-3D5E43BA6B51}" type="slidenum">
              <a:rPr lang="en-GB"/>
              <a:pPr>
                <a:defRPr/>
              </a:pPr>
              <a:t>‹#›</a:t>
            </a:fld>
            <a:endParaRPr lang="en-GB"/>
          </a:p>
        </p:txBody>
      </p:sp>
    </p:spTree>
    <p:extLst>
      <p:ext uri="{BB962C8B-B14F-4D97-AF65-F5344CB8AC3E}">
        <p14:creationId xmlns:p14="http://schemas.microsoft.com/office/powerpoint/2010/main" val="40542302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0"/>
          </p:nvPr>
        </p:nvSpPr>
        <p:spPr>
          <a:ln/>
        </p:spPr>
        <p:txBody>
          <a:bodyPr/>
          <a:lstStyle>
            <a:lvl1pPr>
              <a:defRPr/>
            </a:lvl1pPr>
          </a:lstStyle>
          <a:p>
            <a:pPr>
              <a:defRPr/>
            </a:pPr>
            <a:fld id="{438B483E-E478-4817-A116-EA086DE40F55}" type="slidenum">
              <a:rPr lang="en-GB"/>
              <a:pPr>
                <a:defRPr/>
              </a:pPr>
              <a:t>‹#›</a:t>
            </a:fld>
            <a:endParaRPr lang="en-GB"/>
          </a:p>
        </p:txBody>
      </p:sp>
    </p:spTree>
    <p:extLst>
      <p:ext uri="{BB962C8B-B14F-4D97-AF65-F5344CB8AC3E}">
        <p14:creationId xmlns:p14="http://schemas.microsoft.com/office/powerpoint/2010/main" val="19462042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73819"/>
            <a:ext cx="2190750" cy="452080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90500" y="73819"/>
            <a:ext cx="6419850" cy="45208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0"/>
          </p:nvPr>
        </p:nvSpPr>
        <p:spPr>
          <a:ln/>
        </p:spPr>
        <p:txBody>
          <a:bodyPr/>
          <a:lstStyle>
            <a:lvl1pPr>
              <a:defRPr/>
            </a:lvl1pPr>
          </a:lstStyle>
          <a:p>
            <a:pPr>
              <a:defRPr/>
            </a:pPr>
            <a:fld id="{52831AE7-8258-4BD0-BA99-669542605E95}" type="slidenum">
              <a:rPr lang="en-GB"/>
              <a:pPr>
                <a:defRPr/>
              </a:pPr>
              <a:t>‹#›</a:t>
            </a:fld>
            <a:endParaRPr lang="en-GB"/>
          </a:p>
        </p:txBody>
      </p:sp>
    </p:spTree>
    <p:extLst>
      <p:ext uri="{BB962C8B-B14F-4D97-AF65-F5344CB8AC3E}">
        <p14:creationId xmlns:p14="http://schemas.microsoft.com/office/powerpoint/2010/main" val="12961920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258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007571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23144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73991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70850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766573"/>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97875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222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700757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35465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image" Target="../media/image1.jpeg"/><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ECFCEBF-36FC-6841-BB73-A86EEE8F38FA}" type="datetimeFigureOut">
              <a:rPr lang="en-US" smtClean="0"/>
              <a:t>10/13/25</a:t>
            </a:fld>
            <a:endParaRPr lang="en-US"/>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B498E6A-451C-4745-A48F-0736EED56A5B}" type="slidenum">
              <a:rPr lang="en-US" smtClean="0"/>
              <a:t>‹#›</a:t>
            </a:fld>
            <a:endParaRPr lang="en-US"/>
          </a:p>
        </p:txBody>
      </p:sp>
    </p:spTree>
    <p:extLst>
      <p:ext uri="{BB962C8B-B14F-4D97-AF65-F5344CB8AC3E}">
        <p14:creationId xmlns:p14="http://schemas.microsoft.com/office/powerpoint/2010/main" val="40583982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77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2" indent="-171442" algn="l" defTabSz="68577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28" indent="-171442" algn="l" defTabSz="68577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10" indent="-171442" algn="l" defTabSz="68577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96"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80"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65"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50"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35"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20"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70" rtl="0" eaLnBrk="1" latinLnBrk="0" hangingPunct="1">
        <a:defRPr sz="1350" kern="1200">
          <a:solidFill>
            <a:schemeClr val="tx1"/>
          </a:solidFill>
          <a:latin typeface="+mn-lt"/>
          <a:ea typeface="+mn-ea"/>
          <a:cs typeface="+mn-cs"/>
        </a:defRPr>
      </a:lvl1pPr>
      <a:lvl2pPr marL="342884" algn="l" defTabSz="685770" rtl="0" eaLnBrk="1" latinLnBrk="0" hangingPunct="1">
        <a:defRPr sz="1350" kern="1200">
          <a:solidFill>
            <a:schemeClr val="tx1"/>
          </a:solidFill>
          <a:latin typeface="+mn-lt"/>
          <a:ea typeface="+mn-ea"/>
          <a:cs typeface="+mn-cs"/>
        </a:defRPr>
      </a:lvl2pPr>
      <a:lvl3pPr marL="685770" algn="l" defTabSz="685770" rtl="0" eaLnBrk="1" latinLnBrk="0" hangingPunct="1">
        <a:defRPr sz="1350" kern="1200">
          <a:solidFill>
            <a:schemeClr val="tx1"/>
          </a:solidFill>
          <a:latin typeface="+mn-lt"/>
          <a:ea typeface="+mn-ea"/>
          <a:cs typeface="+mn-cs"/>
        </a:defRPr>
      </a:lvl3pPr>
      <a:lvl4pPr marL="1028654" algn="l" defTabSz="685770" rtl="0" eaLnBrk="1" latinLnBrk="0" hangingPunct="1">
        <a:defRPr sz="1350" kern="1200">
          <a:solidFill>
            <a:schemeClr val="tx1"/>
          </a:solidFill>
          <a:latin typeface="+mn-lt"/>
          <a:ea typeface="+mn-ea"/>
          <a:cs typeface="+mn-cs"/>
        </a:defRPr>
      </a:lvl4pPr>
      <a:lvl5pPr marL="1371539" algn="l" defTabSz="685770" rtl="0" eaLnBrk="1" latinLnBrk="0" hangingPunct="1">
        <a:defRPr sz="1350" kern="1200">
          <a:solidFill>
            <a:schemeClr val="tx1"/>
          </a:solidFill>
          <a:latin typeface="+mn-lt"/>
          <a:ea typeface="+mn-ea"/>
          <a:cs typeface="+mn-cs"/>
        </a:defRPr>
      </a:lvl5pPr>
      <a:lvl6pPr marL="1714424" algn="l" defTabSz="685770" rtl="0" eaLnBrk="1" latinLnBrk="0" hangingPunct="1">
        <a:defRPr sz="1350" kern="1200">
          <a:solidFill>
            <a:schemeClr val="tx1"/>
          </a:solidFill>
          <a:latin typeface="+mn-lt"/>
          <a:ea typeface="+mn-ea"/>
          <a:cs typeface="+mn-cs"/>
        </a:defRPr>
      </a:lvl6pPr>
      <a:lvl7pPr marL="2057308" algn="l" defTabSz="685770" rtl="0" eaLnBrk="1" latinLnBrk="0" hangingPunct="1">
        <a:defRPr sz="1350" kern="1200">
          <a:solidFill>
            <a:schemeClr val="tx1"/>
          </a:solidFill>
          <a:latin typeface="+mn-lt"/>
          <a:ea typeface="+mn-ea"/>
          <a:cs typeface="+mn-cs"/>
        </a:defRPr>
      </a:lvl7pPr>
      <a:lvl8pPr marL="2400192" algn="l" defTabSz="685770" rtl="0" eaLnBrk="1" latinLnBrk="0" hangingPunct="1">
        <a:defRPr sz="1350" kern="1200">
          <a:solidFill>
            <a:schemeClr val="tx1"/>
          </a:solidFill>
          <a:latin typeface="+mn-lt"/>
          <a:ea typeface="+mn-ea"/>
          <a:cs typeface="+mn-cs"/>
        </a:defRPr>
      </a:lvl8pPr>
      <a:lvl9pPr marL="2743078" algn="l" defTabSz="68577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3"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49858" name="Rectangle 2"/>
          <p:cNvSpPr>
            <a:spLocks noChangeArrowheads="1"/>
          </p:cNvSpPr>
          <p:nvPr/>
        </p:nvSpPr>
        <p:spPr bwMode="auto">
          <a:xfrm>
            <a:off x="365171" y="285768"/>
            <a:ext cx="8410575" cy="992981"/>
          </a:xfrm>
          <a:prstGeom prst="rect">
            <a:avLst/>
          </a:prstGeom>
          <a:noFill/>
          <a:ln w="9525">
            <a:noFill/>
            <a:miter lim="800000"/>
            <a:headEnd/>
            <a:tailEnd/>
          </a:ln>
        </p:spPr>
        <p:txBody>
          <a:bodyPr lIns="91988" tIns="45996" rIns="91988" bIns="45996" anchor="ctr" anchorCtr="1"/>
          <a:lstStyle/>
          <a:p>
            <a:pPr algn="ctr" defTabSz="914400" fontAlgn="base">
              <a:lnSpc>
                <a:spcPct val="90000"/>
              </a:lnSpc>
              <a:spcBef>
                <a:spcPct val="0"/>
              </a:spcBef>
              <a:spcAft>
                <a:spcPct val="0"/>
              </a:spcAft>
              <a:defRPr/>
            </a:pPr>
            <a:endParaRPr lang="en-US" sz="3000" dirty="0">
              <a:solidFill>
                <a:srgbClr val="FFFFFF"/>
              </a:solidFill>
              <a:effectLst>
                <a:outerShdw blurRad="38100" dist="38100" dir="2700000" algn="tl">
                  <a:srgbClr val="000000"/>
                </a:outerShdw>
              </a:effectLst>
              <a:latin typeface="Neo Sans Intel Medium" pitchFamily="34" charset="0"/>
            </a:endParaRPr>
          </a:p>
        </p:txBody>
      </p:sp>
      <p:sp>
        <p:nvSpPr>
          <p:cNvPr id="249859" name="Rectangle 3"/>
          <p:cNvSpPr>
            <a:spLocks noChangeArrowheads="1"/>
          </p:cNvSpPr>
          <p:nvPr/>
        </p:nvSpPr>
        <p:spPr bwMode="auto">
          <a:xfrm>
            <a:off x="368346" y="1345428"/>
            <a:ext cx="8405813" cy="3126581"/>
          </a:xfrm>
          <a:prstGeom prst="rect">
            <a:avLst/>
          </a:prstGeom>
          <a:noFill/>
          <a:ln w="9525">
            <a:noFill/>
            <a:miter lim="800000"/>
            <a:headEnd/>
            <a:tailEnd/>
          </a:ln>
        </p:spPr>
        <p:txBody>
          <a:bodyPr lIns="91352" tIns="45679" rIns="91352" bIns="45679" anchorCtr="1"/>
          <a:lstStyle/>
          <a:p>
            <a:pPr marL="225414" indent="-225414" defTabSz="914400" fontAlgn="base">
              <a:lnSpc>
                <a:spcPct val="95000"/>
              </a:lnSpc>
              <a:spcBef>
                <a:spcPct val="30000"/>
              </a:spcBef>
              <a:spcAft>
                <a:spcPct val="0"/>
              </a:spcAft>
              <a:buClr>
                <a:srgbClr val="FFFFFF"/>
              </a:buClr>
              <a:buFont typeface="Wingdings" pitchFamily="2" charset="2"/>
              <a:buChar char=""/>
              <a:defRPr/>
            </a:pPr>
            <a:endParaRPr lang="en-US" sz="2200" dirty="0">
              <a:solidFill>
                <a:srgbClr val="FFFFFF"/>
              </a:solidFill>
              <a:effectLst>
                <a:outerShdw blurRad="38100" dist="38100" dir="2700000" algn="tl">
                  <a:srgbClr val="000000"/>
                </a:outerShdw>
              </a:effectLst>
              <a:latin typeface="Neo Sans Intel" pitchFamily="34" charset="0"/>
            </a:endParaRPr>
          </a:p>
        </p:txBody>
      </p:sp>
      <p:sp>
        <p:nvSpPr>
          <p:cNvPr id="29700" name="Rectangle 4"/>
          <p:cNvSpPr>
            <a:spLocks noGrp="1" noChangeArrowheads="1"/>
          </p:cNvSpPr>
          <p:nvPr>
            <p:ph type="title"/>
          </p:nvPr>
        </p:nvSpPr>
        <p:spPr bwMode="auto">
          <a:xfrm>
            <a:off x="190500" y="73821"/>
            <a:ext cx="8763000" cy="540544"/>
          </a:xfrm>
          <a:prstGeom prst="rect">
            <a:avLst/>
          </a:prstGeom>
          <a:noFill/>
          <a:ln w="9525">
            <a:noFill/>
            <a:miter lim="800000"/>
            <a:headEnd/>
            <a:tailEnd/>
          </a:ln>
        </p:spPr>
        <p:txBody>
          <a:bodyPr vert="horz" wrap="square" lIns="91421" tIns="45711" rIns="91421" bIns="45711" numCol="1" anchor="ctr" anchorCtr="0" compatLnSpc="1">
            <a:prstTxWarp prst="textNoShape">
              <a:avLst/>
            </a:prstTxWarp>
          </a:bodyPr>
          <a:lstStyle/>
          <a:p>
            <a:pPr lvl="0"/>
            <a:r>
              <a:rPr lang="en-US"/>
              <a:t>Click to edit Master title style</a:t>
            </a:r>
          </a:p>
        </p:txBody>
      </p:sp>
      <p:sp>
        <p:nvSpPr>
          <p:cNvPr id="29701" name="Rectangle 5"/>
          <p:cNvSpPr>
            <a:spLocks noGrp="1" noChangeArrowheads="1"/>
          </p:cNvSpPr>
          <p:nvPr>
            <p:ph type="body" idx="1"/>
          </p:nvPr>
        </p:nvSpPr>
        <p:spPr bwMode="auto">
          <a:xfrm>
            <a:off x="190500" y="1201341"/>
            <a:ext cx="8763000" cy="3393281"/>
          </a:xfrm>
          <a:prstGeom prst="rect">
            <a:avLst/>
          </a:prstGeom>
          <a:noFill/>
          <a:ln w="9525">
            <a:noFill/>
            <a:miter lim="800000"/>
            <a:headEnd/>
            <a:tailEnd/>
          </a:ln>
        </p:spPr>
        <p:txBody>
          <a:bodyPr vert="horz" wrap="square" lIns="91421" tIns="45711" rIns="91421" bIns="45711" numCol="1" anchor="t" anchorCtr="1"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7" name="Slide Number Placeholder 1"/>
          <p:cNvSpPr>
            <a:spLocks noGrp="1"/>
          </p:cNvSpPr>
          <p:nvPr>
            <p:ph type="sldNum" sz="quarter" idx="4"/>
          </p:nvPr>
        </p:nvSpPr>
        <p:spPr bwMode="auto">
          <a:xfrm>
            <a:off x="6553200" y="4683919"/>
            <a:ext cx="2133600" cy="357188"/>
          </a:xfrm>
          <a:prstGeom prst="rect">
            <a:avLst/>
          </a:prstGeom>
          <a:noFill/>
          <a:ln w="9525">
            <a:noFill/>
            <a:miter lim="800000"/>
            <a:headEnd/>
            <a:tailEnd/>
          </a:ln>
        </p:spPr>
        <p:txBody>
          <a:bodyPr vert="horz" wrap="square" lIns="91426" tIns="45713" rIns="91426" bIns="45713" numCol="1" anchor="t" anchorCtr="0" compatLnSpc="1">
            <a:prstTxWarp prst="textNoShape">
              <a:avLst/>
            </a:prstTxWarp>
          </a:bodyPr>
          <a:lstStyle>
            <a:lvl1pPr algn="r" eaLnBrk="1" hangingPunct="1">
              <a:lnSpc>
                <a:spcPct val="90000"/>
              </a:lnSpc>
              <a:defRPr sz="1400">
                <a:solidFill>
                  <a:srgbClr val="FFFFFF"/>
                </a:solidFill>
                <a:latin typeface="Neo Sans Intel" pitchFamily="34" charset="0"/>
                <a:cs typeface="+mn-cs"/>
              </a:defRPr>
            </a:lvl1pPr>
          </a:lstStyle>
          <a:p>
            <a:pPr defTabSz="914400" fontAlgn="base">
              <a:spcBef>
                <a:spcPct val="0"/>
              </a:spcBef>
              <a:spcAft>
                <a:spcPct val="0"/>
              </a:spcAft>
              <a:defRPr/>
            </a:pPr>
            <a:fld id="{4AAEF065-5923-45A4-A45E-60FACC01E102}" type="slidenum">
              <a:rPr lang="en-GB"/>
              <a:pPr defTabSz="914400" fontAlgn="base">
                <a:spcBef>
                  <a:spcPct val="0"/>
                </a:spcBef>
                <a:spcAft>
                  <a:spcPct val="0"/>
                </a:spcAft>
                <a:defRPr/>
              </a:pPr>
              <a:t>‹#›</a:t>
            </a:fld>
            <a:endParaRPr lang="en-GB"/>
          </a:p>
        </p:txBody>
      </p:sp>
    </p:spTree>
    <p:extLst>
      <p:ext uri="{BB962C8B-B14F-4D97-AF65-F5344CB8AC3E}">
        <p14:creationId xmlns:p14="http://schemas.microsoft.com/office/powerpoint/2010/main" val="1301197593"/>
      </p:ext>
    </p:extLst>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Lst>
  <p:transition>
    <p:fade/>
  </p:transition>
  <p:hf hdr="0" ftr="0" dt="0"/>
  <p:txStyles>
    <p:titleStyle>
      <a:lvl1pPr algn="ctr" rtl="0" eaLnBrk="0" fontAlgn="base" hangingPunct="0">
        <a:lnSpc>
          <a:spcPct val="90000"/>
        </a:lnSpc>
        <a:spcBef>
          <a:spcPct val="0"/>
        </a:spcBef>
        <a:spcAft>
          <a:spcPct val="0"/>
        </a:spcAft>
        <a:defRPr sz="3000">
          <a:solidFill>
            <a:schemeClr val="tx1"/>
          </a:solidFill>
          <a:latin typeface="+mj-lt"/>
          <a:ea typeface="+mj-ea"/>
          <a:cs typeface="+mj-cs"/>
        </a:defRPr>
      </a:lvl1pPr>
      <a:lvl2pPr algn="ctr" rtl="0" eaLnBrk="0" fontAlgn="base" hangingPunct="0">
        <a:lnSpc>
          <a:spcPct val="90000"/>
        </a:lnSpc>
        <a:spcBef>
          <a:spcPct val="0"/>
        </a:spcBef>
        <a:spcAft>
          <a:spcPct val="0"/>
        </a:spcAft>
        <a:defRPr sz="3000">
          <a:solidFill>
            <a:schemeClr val="tx1"/>
          </a:solidFill>
          <a:latin typeface="Impact" pitchFamily="34" charset="0"/>
          <a:cs typeface="Arial" charset="0"/>
        </a:defRPr>
      </a:lvl2pPr>
      <a:lvl3pPr algn="ctr" rtl="0" eaLnBrk="0" fontAlgn="base" hangingPunct="0">
        <a:lnSpc>
          <a:spcPct val="90000"/>
        </a:lnSpc>
        <a:spcBef>
          <a:spcPct val="0"/>
        </a:spcBef>
        <a:spcAft>
          <a:spcPct val="0"/>
        </a:spcAft>
        <a:defRPr sz="3000">
          <a:solidFill>
            <a:schemeClr val="tx1"/>
          </a:solidFill>
          <a:latin typeface="Impact" pitchFamily="34" charset="0"/>
          <a:cs typeface="Arial" charset="0"/>
        </a:defRPr>
      </a:lvl3pPr>
      <a:lvl4pPr algn="ctr" rtl="0" eaLnBrk="0" fontAlgn="base" hangingPunct="0">
        <a:lnSpc>
          <a:spcPct val="90000"/>
        </a:lnSpc>
        <a:spcBef>
          <a:spcPct val="0"/>
        </a:spcBef>
        <a:spcAft>
          <a:spcPct val="0"/>
        </a:spcAft>
        <a:defRPr sz="3000">
          <a:solidFill>
            <a:schemeClr val="tx1"/>
          </a:solidFill>
          <a:latin typeface="Impact" pitchFamily="34" charset="0"/>
          <a:cs typeface="Arial" charset="0"/>
        </a:defRPr>
      </a:lvl4pPr>
      <a:lvl5pPr algn="ctr" rtl="0" eaLnBrk="0" fontAlgn="base" hangingPunct="0">
        <a:lnSpc>
          <a:spcPct val="90000"/>
        </a:lnSpc>
        <a:spcBef>
          <a:spcPct val="0"/>
        </a:spcBef>
        <a:spcAft>
          <a:spcPct val="0"/>
        </a:spcAft>
        <a:defRPr sz="3000">
          <a:solidFill>
            <a:schemeClr val="tx1"/>
          </a:solidFill>
          <a:latin typeface="Impact" pitchFamily="34" charset="0"/>
          <a:cs typeface="Arial" charset="0"/>
        </a:defRPr>
      </a:lvl5pPr>
      <a:lvl6pPr marL="457177" algn="ctr" rtl="0" fontAlgn="base">
        <a:lnSpc>
          <a:spcPct val="90000"/>
        </a:lnSpc>
        <a:spcBef>
          <a:spcPct val="0"/>
        </a:spcBef>
        <a:spcAft>
          <a:spcPct val="0"/>
        </a:spcAft>
        <a:defRPr sz="3000">
          <a:solidFill>
            <a:schemeClr val="tx1"/>
          </a:solidFill>
          <a:latin typeface="Impact" pitchFamily="34" charset="0"/>
          <a:cs typeface="Arial" charset="0"/>
        </a:defRPr>
      </a:lvl6pPr>
      <a:lvl7pPr marL="914354" algn="ctr" rtl="0" fontAlgn="base">
        <a:lnSpc>
          <a:spcPct val="90000"/>
        </a:lnSpc>
        <a:spcBef>
          <a:spcPct val="0"/>
        </a:spcBef>
        <a:spcAft>
          <a:spcPct val="0"/>
        </a:spcAft>
        <a:defRPr sz="3000">
          <a:solidFill>
            <a:schemeClr val="tx1"/>
          </a:solidFill>
          <a:latin typeface="Impact" pitchFamily="34" charset="0"/>
          <a:cs typeface="Arial" charset="0"/>
        </a:defRPr>
      </a:lvl7pPr>
      <a:lvl8pPr marL="1371532" algn="ctr" rtl="0" fontAlgn="base">
        <a:lnSpc>
          <a:spcPct val="90000"/>
        </a:lnSpc>
        <a:spcBef>
          <a:spcPct val="0"/>
        </a:spcBef>
        <a:spcAft>
          <a:spcPct val="0"/>
        </a:spcAft>
        <a:defRPr sz="3000">
          <a:solidFill>
            <a:schemeClr val="tx1"/>
          </a:solidFill>
          <a:latin typeface="Impact" pitchFamily="34" charset="0"/>
          <a:cs typeface="Arial" charset="0"/>
        </a:defRPr>
      </a:lvl8pPr>
      <a:lvl9pPr marL="1828709" algn="ctr" rtl="0" fontAlgn="base">
        <a:lnSpc>
          <a:spcPct val="90000"/>
        </a:lnSpc>
        <a:spcBef>
          <a:spcPct val="0"/>
        </a:spcBef>
        <a:spcAft>
          <a:spcPct val="0"/>
        </a:spcAft>
        <a:defRPr sz="3000">
          <a:solidFill>
            <a:schemeClr val="tx1"/>
          </a:solidFill>
          <a:latin typeface="Impact" pitchFamily="34" charset="0"/>
          <a:cs typeface="Arial" charset="0"/>
        </a:defRPr>
      </a:lvl9pPr>
    </p:titleStyle>
    <p:bodyStyle>
      <a:lvl1pPr marL="225414" indent="-225414" algn="l" rtl="0" eaLnBrk="0" fontAlgn="base" hangingPunct="0">
        <a:lnSpc>
          <a:spcPct val="95000"/>
        </a:lnSpc>
        <a:spcBef>
          <a:spcPct val="30000"/>
        </a:spcBef>
        <a:spcAft>
          <a:spcPct val="0"/>
        </a:spcAft>
        <a:buClr>
          <a:schemeClr val="tx1"/>
        </a:buClr>
        <a:buFont typeface="Wingdings" pitchFamily="2" charset="2"/>
        <a:buChar char=""/>
        <a:defRPr sz="2200">
          <a:solidFill>
            <a:srgbClr val="FFFFFF"/>
          </a:solidFill>
          <a:latin typeface="+mn-lt"/>
          <a:ea typeface="+mn-ea"/>
          <a:cs typeface="+mn-cs"/>
        </a:defRPr>
      </a:lvl1pPr>
      <a:lvl2pPr marL="569885" indent="-225414" algn="l" rtl="0" eaLnBrk="0" fontAlgn="base" hangingPunct="0">
        <a:lnSpc>
          <a:spcPct val="95000"/>
        </a:lnSpc>
        <a:spcBef>
          <a:spcPct val="30000"/>
        </a:spcBef>
        <a:spcAft>
          <a:spcPct val="0"/>
        </a:spcAft>
        <a:buClr>
          <a:schemeClr val="tx1"/>
        </a:buClr>
        <a:buChar char="–"/>
        <a:defRPr sz="2000">
          <a:solidFill>
            <a:schemeClr val="tx1"/>
          </a:solidFill>
          <a:latin typeface="+mn-lt"/>
          <a:cs typeface="+mn-cs"/>
        </a:defRPr>
      </a:lvl2pPr>
      <a:lvl3pPr marL="914354" indent="-225414" algn="l" rtl="0" eaLnBrk="0" fontAlgn="base" hangingPunct="0">
        <a:lnSpc>
          <a:spcPct val="95000"/>
        </a:lnSpc>
        <a:spcBef>
          <a:spcPct val="30000"/>
        </a:spcBef>
        <a:spcAft>
          <a:spcPct val="0"/>
        </a:spcAft>
        <a:buClr>
          <a:schemeClr val="tx1"/>
        </a:buClr>
        <a:buChar char="–"/>
        <a:defRPr>
          <a:solidFill>
            <a:srgbClr val="FFFFFF"/>
          </a:solidFill>
          <a:latin typeface="+mn-lt"/>
          <a:cs typeface="+mn-cs"/>
        </a:defRPr>
      </a:lvl3pPr>
      <a:lvl4pPr marL="1382644" indent="-239701" algn="l" rtl="0" eaLnBrk="0" fontAlgn="base" hangingPunct="0">
        <a:spcBef>
          <a:spcPct val="20000"/>
        </a:spcBef>
        <a:spcAft>
          <a:spcPct val="0"/>
        </a:spcAft>
        <a:buChar char="–"/>
        <a:defRPr sz="2000">
          <a:solidFill>
            <a:schemeClr val="tx1"/>
          </a:solidFill>
          <a:latin typeface="Arial" charset="0"/>
          <a:cs typeface="+mn-cs"/>
        </a:defRPr>
      </a:lvl4pPr>
      <a:lvl5pPr marL="1727114" indent="-230177" algn="l" rtl="0" eaLnBrk="0" fontAlgn="base" hangingPunct="0">
        <a:spcBef>
          <a:spcPct val="20000"/>
        </a:spcBef>
        <a:spcAft>
          <a:spcPct val="0"/>
        </a:spcAft>
        <a:buChar char="•"/>
        <a:defRPr sz="2000">
          <a:solidFill>
            <a:schemeClr val="tx1"/>
          </a:solidFill>
          <a:latin typeface="Arial" charset="0"/>
          <a:cs typeface="+mn-cs"/>
        </a:defRPr>
      </a:lvl5pPr>
      <a:lvl6pPr marL="2184291" indent="-230177" algn="l" rtl="0" fontAlgn="base">
        <a:spcBef>
          <a:spcPct val="20000"/>
        </a:spcBef>
        <a:spcAft>
          <a:spcPct val="0"/>
        </a:spcAft>
        <a:buChar char="•"/>
        <a:defRPr sz="2000">
          <a:solidFill>
            <a:schemeClr val="tx1"/>
          </a:solidFill>
          <a:latin typeface="Arial" charset="0"/>
          <a:cs typeface="+mn-cs"/>
        </a:defRPr>
      </a:lvl6pPr>
      <a:lvl7pPr marL="2641468" indent="-230177" algn="l" rtl="0" fontAlgn="base">
        <a:spcBef>
          <a:spcPct val="20000"/>
        </a:spcBef>
        <a:spcAft>
          <a:spcPct val="0"/>
        </a:spcAft>
        <a:buChar char="•"/>
        <a:defRPr sz="2000">
          <a:solidFill>
            <a:schemeClr val="tx1"/>
          </a:solidFill>
          <a:latin typeface="Arial" charset="0"/>
          <a:cs typeface="+mn-cs"/>
        </a:defRPr>
      </a:lvl7pPr>
      <a:lvl8pPr marL="3098645" indent="-230177" algn="l" rtl="0" fontAlgn="base">
        <a:spcBef>
          <a:spcPct val="20000"/>
        </a:spcBef>
        <a:spcAft>
          <a:spcPct val="0"/>
        </a:spcAft>
        <a:buChar char="•"/>
        <a:defRPr sz="2000">
          <a:solidFill>
            <a:schemeClr val="tx1"/>
          </a:solidFill>
          <a:latin typeface="Arial" charset="0"/>
          <a:cs typeface="+mn-cs"/>
        </a:defRPr>
      </a:lvl8pPr>
      <a:lvl9pPr marL="3555822" indent="-230177" algn="l" rtl="0" fontAlgn="base">
        <a:spcBef>
          <a:spcPct val="20000"/>
        </a:spcBef>
        <a:spcAft>
          <a:spcPct val="0"/>
        </a:spcAft>
        <a:buChar char="•"/>
        <a:defRPr sz="2000">
          <a:solidFill>
            <a:schemeClr val="tx1"/>
          </a:solidFill>
          <a:latin typeface="Arial" charset="0"/>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7"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3"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7"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0.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9.jpeg"/><Relationship Id="rId5" Type="http://schemas.openxmlformats.org/officeDocument/2006/relationships/hyperlink" Target="https://goo.gl/maps/SfTrtjzGEWoUMcCL6" TargetMode="Externa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6FFDD6-79A0-364B-8297-A7E69B3C13B6}"/>
              </a:ext>
            </a:extLst>
          </p:cNvPr>
          <p:cNvSpPr txBox="1"/>
          <p:nvPr/>
        </p:nvSpPr>
        <p:spPr>
          <a:xfrm>
            <a:off x="210066" y="141387"/>
            <a:ext cx="4361934" cy="461665"/>
          </a:xfrm>
          <a:prstGeom prst="rect">
            <a:avLst/>
          </a:prstGeom>
          <a:noFill/>
          <a:ln>
            <a:noFill/>
          </a:ln>
        </p:spPr>
        <p:txBody>
          <a:bodyPr wrap="square" rtlCol="0">
            <a:spAutoFit/>
          </a:bodyPr>
          <a:lstStyle/>
          <a:p>
            <a:r>
              <a:rPr lang="en-GB" sz="2400" dirty="0"/>
              <a:t>Smoke Detector System</a:t>
            </a:r>
            <a:endParaRPr lang="en-US" sz="16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038D0D26-F103-4244-B7AF-52B9210D6880}"/>
              </a:ext>
            </a:extLst>
          </p:cNvPr>
          <p:cNvSpPr/>
          <p:nvPr/>
        </p:nvSpPr>
        <p:spPr>
          <a:xfrm>
            <a:off x="57666" y="3599907"/>
            <a:ext cx="4361934" cy="830997"/>
          </a:xfrm>
          <a:prstGeom prst="rect">
            <a:avLst/>
          </a:prstGeom>
          <a:ln>
            <a:solidFill>
              <a:schemeClr val="tx1">
                <a:lumMod val="50000"/>
                <a:lumOff val="50000"/>
              </a:schemeClr>
            </a:solidFill>
          </a:ln>
        </p:spPr>
        <p:txBody>
          <a:bodyPr wrap="square">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Location info:</a:t>
            </a:r>
          </a:p>
          <a:p>
            <a:r>
              <a:rPr lang="en-US" altLang="zh-CN" sz="1200" dirty="0" err="1">
                <a:latin typeface="Helvetica Neue" panose="02000503000000020004" pitchFamily="2" charset="0"/>
                <a:ea typeface="Helvetica Neue" panose="02000503000000020004" pitchFamily="2" charset="0"/>
                <a:cs typeface="Helvetica Neue" panose="02000503000000020004" pitchFamily="2" charset="0"/>
              </a:rPr>
              <a:t>Rahere</a:t>
            </a:r>
            <a:r>
              <a:rPr lang="en-US" altLang="zh-CN" sz="1200" dirty="0">
                <a:latin typeface="Helvetica Neue" panose="02000503000000020004" pitchFamily="2" charset="0"/>
                <a:ea typeface="Helvetica Neue" panose="02000503000000020004" pitchFamily="2" charset="0"/>
                <a:cs typeface="Helvetica Neue" panose="02000503000000020004" pitchFamily="2" charset="0"/>
              </a:rPr>
              <a:t> Court</a:t>
            </a:r>
          </a:p>
          <a:p>
            <a:r>
              <a:rPr lang="en-US" altLang="zh-CN" sz="1200" dirty="0">
                <a:latin typeface="Helvetica Neue" panose="02000503000000020004" pitchFamily="2" charset="0"/>
                <a:ea typeface="Helvetica Neue" panose="02000503000000020004" pitchFamily="2" charset="0"/>
                <a:cs typeface="Helvetica Neue" panose="02000503000000020004" pitchFamily="2" charset="0"/>
              </a:rPr>
              <a:t>E1 4DW</a:t>
            </a:r>
          </a:p>
          <a:p>
            <a:r>
              <a:rPr lang="en-GB" sz="1200" dirty="0">
                <a:latin typeface="Helvetica Neue" panose="02000503000000020004" pitchFamily="2" charset="0"/>
                <a:ea typeface="Helvetica Neue" panose="02000503000000020004" pitchFamily="2" charset="0"/>
                <a:cs typeface="Helvetica Neue" panose="02000503000000020004" pitchFamily="2" charset="0"/>
              </a:rPr>
              <a:t>https://maps.app.goo.gl/fmHp1AtANi4JTUQQ7</a:t>
            </a:r>
          </a:p>
        </p:txBody>
      </p:sp>
      <p:sp>
        <p:nvSpPr>
          <p:cNvPr id="8" name="TextBox 7">
            <a:extLst>
              <a:ext uri="{FF2B5EF4-FFF2-40B4-BE49-F238E27FC236}">
                <a16:creationId xmlns:a16="http://schemas.microsoft.com/office/drawing/2014/main" id="{95F5FF6A-007A-EC4E-98EE-84D81F5CEBB5}"/>
              </a:ext>
            </a:extLst>
          </p:cNvPr>
          <p:cNvSpPr txBox="1"/>
          <p:nvPr/>
        </p:nvSpPr>
        <p:spPr>
          <a:xfrm>
            <a:off x="90245" y="620962"/>
            <a:ext cx="4361934" cy="1569660"/>
          </a:xfrm>
          <a:prstGeom prst="rect">
            <a:avLst/>
          </a:prstGeom>
          <a:noFill/>
          <a:ln>
            <a:solidFill>
              <a:schemeClr val="tx1">
                <a:lumMod val="50000"/>
                <a:lumOff val="50000"/>
              </a:schemeClr>
            </a:solidFill>
          </a:ln>
        </p:spPr>
        <p:txBody>
          <a:bodyPr wrap="square" rtlCol="0">
            <a:spAutoFit/>
          </a:bodyPr>
          <a:lstStyle/>
          <a:p>
            <a:r>
              <a:rPr lang="en-GB" sz="1200" dirty="0">
                <a:latin typeface="Arial" panose="020B0604020202020204" pitchFamily="34" charset="0"/>
                <a:cs typeface="Arial" panose="020B0604020202020204" pitchFamily="34" charset="0"/>
              </a:rPr>
              <a:t>This smoke detector is a household fire safety device designed to detect smoke particles in the air and provide early warning of potential fire hazards.</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It works by using a sensor that detects light scattering caused by smoke. Once smoke concentration exceeds a threshold, the alarm emits a loud sound to alert occupants.</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Such systems are essential for residential and public safety, helping to reduce fire-related injuries and property loss.</a:t>
            </a:r>
            <a:endParaRPr lang="en-US" sz="1200" dirty="0">
              <a:latin typeface="Arial" panose="020B0604020202020204" pitchFamily="34" charset="0"/>
              <a:ea typeface="Helvetica Neue" panose="02000503000000020004" pitchFamily="2" charset="0"/>
              <a:cs typeface="Arial" panose="020B0604020202020204" pitchFamily="34" charset="0"/>
            </a:endParaRPr>
          </a:p>
        </p:txBody>
      </p:sp>
      <p:sp>
        <p:nvSpPr>
          <p:cNvPr id="9" name="Rectangle 8">
            <a:extLst>
              <a:ext uri="{FF2B5EF4-FFF2-40B4-BE49-F238E27FC236}">
                <a16:creationId xmlns:a16="http://schemas.microsoft.com/office/drawing/2014/main" id="{C832AC85-6A60-7444-B9C9-6A476A88DC84}"/>
              </a:ext>
            </a:extLst>
          </p:cNvPr>
          <p:cNvSpPr/>
          <p:nvPr/>
        </p:nvSpPr>
        <p:spPr>
          <a:xfrm>
            <a:off x="90245" y="2270098"/>
            <a:ext cx="4361934" cy="1200329"/>
          </a:xfrm>
          <a:prstGeom prst="rect">
            <a:avLst/>
          </a:prstGeom>
          <a:ln>
            <a:solidFill>
              <a:schemeClr val="tx1">
                <a:lumMod val="50000"/>
                <a:lumOff val="50000"/>
              </a:schemeClr>
            </a:solidFill>
          </a:ln>
        </p:spPr>
        <p:txBody>
          <a:bodyPr wrap="square">
            <a:spAutoFit/>
          </a:bodyPr>
          <a:lstStyle/>
          <a:p>
            <a:pPr lvl="0"/>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Questions when visiting site?</a:t>
            </a:r>
          </a:p>
          <a:p>
            <a:pPr lvl="0"/>
            <a:endPar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lvl="0" defTabSz="914400" eaLnBrk="0" fontAlgn="base" hangingPunct="0">
              <a:spcBef>
                <a:spcPct val="0"/>
              </a:spcBef>
              <a:spcAft>
                <a:spcPct val="0"/>
              </a:spcAft>
              <a:buFontTx/>
              <a:buChar char="•"/>
            </a:pPr>
            <a:r>
              <a:rPr lang="en-US" altLang="en-US" sz="1200" dirty="0">
                <a:latin typeface="Arial" panose="020B0604020202020204" pitchFamily="34" charset="0"/>
              </a:rPr>
              <a:t>How does a smoke detector sense smoke in the air?</a:t>
            </a:r>
          </a:p>
          <a:p>
            <a:pPr lvl="0" defTabSz="914400" eaLnBrk="0" fontAlgn="base" hangingPunct="0">
              <a:spcBef>
                <a:spcPct val="0"/>
              </a:spcBef>
              <a:spcAft>
                <a:spcPct val="0"/>
              </a:spcAft>
              <a:buFontTx/>
              <a:buChar char="•"/>
            </a:pPr>
            <a:endParaRPr lang="en-US" altLang="en-US" sz="1200" dirty="0">
              <a:latin typeface="Arial" panose="020B0604020202020204" pitchFamily="34" charset="0"/>
            </a:endParaRPr>
          </a:p>
          <a:p>
            <a:pPr lvl="0" defTabSz="914400" eaLnBrk="0" fontAlgn="base" hangingPunct="0">
              <a:spcBef>
                <a:spcPct val="0"/>
              </a:spcBef>
              <a:spcAft>
                <a:spcPct val="0"/>
              </a:spcAft>
              <a:buFontTx/>
              <a:buChar char="•"/>
            </a:pPr>
            <a:r>
              <a:rPr lang="en-US" altLang="en-US" sz="1200" dirty="0">
                <a:latin typeface="Arial" panose="020B0604020202020204" pitchFamily="34" charset="0"/>
              </a:rPr>
              <a:t>Why is regular maintenance important?</a:t>
            </a:r>
          </a:p>
          <a:p>
            <a:pPr lvl="0"/>
            <a:endPar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Rectangle 9">
            <a:extLst>
              <a:ext uri="{FF2B5EF4-FFF2-40B4-BE49-F238E27FC236}">
                <a16:creationId xmlns:a16="http://schemas.microsoft.com/office/drawing/2014/main" id="{28C48F65-DEB8-A849-84C7-87FBEADF1CA1}"/>
              </a:ext>
            </a:extLst>
          </p:cNvPr>
          <p:cNvSpPr/>
          <p:nvPr/>
        </p:nvSpPr>
        <p:spPr>
          <a:xfrm>
            <a:off x="90245" y="4621832"/>
            <a:ext cx="4361934" cy="246221"/>
          </a:xfrm>
          <a:prstGeom prst="rect">
            <a:avLst/>
          </a:prstGeom>
          <a:ln>
            <a:solidFill>
              <a:schemeClr val="tx1">
                <a:lumMod val="50000"/>
                <a:lumOff val="50000"/>
              </a:schemeClr>
            </a:solidFill>
          </a:ln>
        </p:spPr>
        <p:txBody>
          <a:bodyPr wrap="square">
            <a:spAutoFit/>
          </a:bodyPr>
          <a:lstStyle/>
          <a:p>
            <a:pPr lvl="0"/>
            <a:r>
              <a:rPr lang="en-US"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Submitted: </a:t>
            </a:r>
            <a:r>
              <a:rPr lang="en-US" sz="1000" dirty="0" err="1">
                <a:solidFill>
                  <a:prstClr val="black"/>
                </a:solidFill>
                <a:latin typeface="Helvetica Neue" panose="02000503000000020004" pitchFamily="2" charset="0"/>
                <a:ea typeface="Helvetica Neue" panose="02000503000000020004" pitchFamily="2" charset="0"/>
                <a:cs typeface="Helvetica Neue" panose="02000503000000020004" pitchFamily="2" charset="0"/>
              </a:rPr>
              <a:t>Chaoshuo</a:t>
            </a:r>
            <a:r>
              <a:rPr lang="en-US"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 Han </a:t>
            </a:r>
            <a:r>
              <a:rPr lang="en-US" altLang="zh-CN"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Oct</a:t>
            </a:r>
            <a:r>
              <a:rPr lang="en-US"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 2025</a:t>
            </a:r>
          </a:p>
        </p:txBody>
      </p:sp>
      <p:sp>
        <p:nvSpPr>
          <p:cNvPr id="12" name="Rectangle 4">
            <a:extLst>
              <a:ext uri="{FF2B5EF4-FFF2-40B4-BE49-F238E27FC236}">
                <a16:creationId xmlns:a16="http://schemas.microsoft.com/office/drawing/2014/main" id="{74D75F57-CEA8-1E94-BA7E-DB6282D5B20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图片 13">
            <a:extLst>
              <a:ext uri="{FF2B5EF4-FFF2-40B4-BE49-F238E27FC236}">
                <a16:creationId xmlns:a16="http://schemas.microsoft.com/office/drawing/2014/main" id="{984E4960-F472-108F-4AF7-D6E3A7800AFD}"/>
              </a:ext>
            </a:extLst>
          </p:cNvPr>
          <p:cNvPicPr>
            <a:picLocks noChangeAspect="1"/>
          </p:cNvPicPr>
          <p:nvPr/>
        </p:nvPicPr>
        <p:blipFill>
          <a:blip r:embed="rId3"/>
          <a:stretch>
            <a:fillRect/>
          </a:stretch>
        </p:blipFill>
        <p:spPr>
          <a:xfrm>
            <a:off x="4935051" y="2641533"/>
            <a:ext cx="4118704" cy="2390162"/>
          </a:xfrm>
          <a:prstGeom prst="rect">
            <a:avLst/>
          </a:prstGeom>
        </p:spPr>
      </p:pic>
      <p:sp>
        <p:nvSpPr>
          <p:cNvPr id="15" name="AutoShape 6" descr="已上传的图片">
            <a:extLst>
              <a:ext uri="{FF2B5EF4-FFF2-40B4-BE49-F238E27FC236}">
                <a16:creationId xmlns:a16="http://schemas.microsoft.com/office/drawing/2014/main" id="{67DDF6BB-B363-4723-E71E-C884D123BEC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7" name="图片 16">
            <a:extLst>
              <a:ext uri="{FF2B5EF4-FFF2-40B4-BE49-F238E27FC236}">
                <a16:creationId xmlns:a16="http://schemas.microsoft.com/office/drawing/2014/main" id="{C28FD0BA-AD1B-FB52-D86A-D433C4F6776A}"/>
              </a:ext>
            </a:extLst>
          </p:cNvPr>
          <p:cNvPicPr>
            <a:picLocks noChangeAspect="1"/>
          </p:cNvPicPr>
          <p:nvPr/>
        </p:nvPicPr>
        <p:blipFill>
          <a:blip r:embed="rId4"/>
          <a:stretch>
            <a:fillRect/>
          </a:stretch>
        </p:blipFill>
        <p:spPr>
          <a:xfrm>
            <a:off x="4935051" y="45614"/>
            <a:ext cx="4118704" cy="2526136"/>
          </a:xfrm>
          <a:prstGeom prst="rect">
            <a:avLst/>
          </a:prstGeom>
        </p:spPr>
      </p:pic>
    </p:spTree>
    <p:extLst>
      <p:ext uri="{BB962C8B-B14F-4D97-AF65-F5344CB8AC3E}">
        <p14:creationId xmlns:p14="http://schemas.microsoft.com/office/powerpoint/2010/main" val="2306324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p:nvPr/>
        </p:nvSpPr>
        <p:spPr>
          <a:xfrm>
            <a:off x="210066" y="141387"/>
            <a:ext cx="43620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Helvetica Neue"/>
                <a:ea typeface="Helvetica Neue"/>
                <a:cs typeface="Helvetica Neue"/>
                <a:sym typeface="Helvetica Neue"/>
              </a:rPr>
              <a:t>Solar-powered oil/water separator alarm</a:t>
            </a:r>
            <a:endParaRPr sz="1600" b="1">
              <a:solidFill>
                <a:schemeClr val="dk1"/>
              </a:solidFill>
              <a:latin typeface="Helvetica Neue"/>
              <a:ea typeface="Helvetica Neue"/>
              <a:cs typeface="Helvetica Neue"/>
              <a:sym typeface="Helvetica Neue"/>
            </a:endParaRPr>
          </a:p>
        </p:txBody>
      </p:sp>
      <p:pic>
        <p:nvPicPr>
          <p:cNvPr id="90" name="Google Shape;90;p13" title="Screenshot 2025-10-08 170912.png"/>
          <p:cNvPicPr preferRelativeResize="0"/>
          <p:nvPr/>
        </p:nvPicPr>
        <p:blipFill rotWithShape="1">
          <a:blip r:embed="rId3">
            <a:alphaModFix/>
          </a:blip>
          <a:srcRect l="5436" r="5436"/>
          <a:stretch/>
        </p:blipFill>
        <p:spPr>
          <a:xfrm>
            <a:off x="4724477" y="2571751"/>
            <a:ext cx="4208946" cy="2571751"/>
          </a:xfrm>
          <a:prstGeom prst="rect">
            <a:avLst/>
          </a:prstGeom>
          <a:noFill/>
          <a:ln>
            <a:noFill/>
          </a:ln>
        </p:spPr>
      </p:pic>
      <p:sp>
        <p:nvSpPr>
          <p:cNvPr id="91" name="Google Shape;91;p13"/>
          <p:cNvSpPr/>
          <p:nvPr/>
        </p:nvSpPr>
        <p:spPr>
          <a:xfrm>
            <a:off x="210075" y="3624223"/>
            <a:ext cx="4362000" cy="1161000"/>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Location info:</a:t>
            </a:r>
            <a:endParaRPr/>
          </a:p>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@51.554017209709706, -0.01587127934155465</a:t>
            </a:r>
            <a:endParaRPr/>
          </a:p>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Eton Manor, Queen Elizabeth Olympic Park, Leadmill Ln, London E20 3AD</a:t>
            </a:r>
            <a:endParaRPr/>
          </a:p>
          <a:p>
            <a:pPr marL="0" marR="0" lvl="0" indent="0" algn="l" rtl="0">
              <a:spcBef>
                <a:spcPts val="0"/>
              </a:spcBef>
              <a:spcAft>
                <a:spcPts val="0"/>
              </a:spcAft>
              <a:buNone/>
            </a:pPr>
            <a:r>
              <a:rPr lang="en-US" sz="1200">
                <a:latin typeface="Helvetica Neue"/>
                <a:ea typeface="Helvetica Neue"/>
                <a:cs typeface="Helvetica Neue"/>
                <a:sym typeface="Helvetica Neue"/>
              </a:rPr>
              <a:t>https://maps.app.goo.gl/pwBTZGeKLEKtQRAd7</a:t>
            </a:r>
            <a:endParaRPr/>
          </a:p>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what3words: ///mouse.allows.follow</a:t>
            </a:r>
            <a:endParaRPr/>
          </a:p>
        </p:txBody>
      </p:sp>
      <p:sp>
        <p:nvSpPr>
          <p:cNvPr id="92" name="Google Shape;92;p13"/>
          <p:cNvSpPr txBox="1"/>
          <p:nvPr/>
        </p:nvSpPr>
        <p:spPr>
          <a:xfrm>
            <a:off x="210065" y="1117669"/>
            <a:ext cx="4362000" cy="1569900"/>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This device monitors the operation of an oil/water separator underground. When the separator fails, contaminants such as oil and suspended solids are not filtered out of the water, which could lead to a larger pollution incident.</a:t>
            </a:r>
            <a:endParaRPr sz="12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1200">
              <a:solidFill>
                <a:schemeClr val="dk1"/>
              </a:solidFill>
              <a:latin typeface="Helvetica Neue"/>
              <a:ea typeface="Helvetica Neue"/>
              <a:cs typeface="Helvetica Neue"/>
              <a:sym typeface="Helvetica Neue"/>
            </a:endParaRPr>
          </a:p>
          <a:p>
            <a:pPr marL="0" lvl="0" indent="0" algn="l" rtl="0">
              <a:spcBef>
                <a:spcPts val="0"/>
              </a:spcBef>
              <a:spcAft>
                <a:spcPts val="0"/>
              </a:spcAft>
              <a:buClr>
                <a:schemeClr val="dk1"/>
              </a:buClr>
              <a:buFont typeface="Arial"/>
              <a:buNone/>
            </a:pPr>
            <a:r>
              <a:rPr lang="en-US" sz="1200">
                <a:solidFill>
                  <a:schemeClr val="dk1"/>
                </a:solidFill>
                <a:latin typeface="Helvetica Neue"/>
                <a:ea typeface="Helvetica Neue"/>
                <a:cs typeface="Helvetica Neue"/>
                <a:sym typeface="Helvetica Neue"/>
              </a:rPr>
              <a:t>Upon detecting abnormal levels of contaminants in the water, the device sends an SMS alert to authorised individuals and emits an orange flashing light.</a:t>
            </a:r>
            <a:endParaRPr/>
          </a:p>
        </p:txBody>
      </p:sp>
      <p:sp>
        <p:nvSpPr>
          <p:cNvPr id="93" name="Google Shape;93;p13"/>
          <p:cNvSpPr/>
          <p:nvPr/>
        </p:nvSpPr>
        <p:spPr>
          <a:xfrm>
            <a:off x="210065" y="2647950"/>
            <a:ext cx="4361934" cy="830997"/>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rgbClr val="000000"/>
                </a:solidFill>
                <a:latin typeface="Helvetica Neue"/>
                <a:ea typeface="Helvetica Neue"/>
                <a:cs typeface="Helvetica Neue"/>
                <a:sym typeface="Helvetica Neue"/>
              </a:rPr>
              <a:t>Questions when visiting site?</a:t>
            </a:r>
            <a:endParaRPr/>
          </a:p>
          <a:p>
            <a:pPr marL="171450" marR="0" lvl="0" indent="-171450" algn="l" rtl="0">
              <a:spcBef>
                <a:spcPts val="0"/>
              </a:spcBef>
              <a:spcAft>
                <a:spcPts val="0"/>
              </a:spcAft>
              <a:buClr>
                <a:srgbClr val="000000"/>
              </a:buClr>
              <a:buSzPts val="1200"/>
              <a:buFont typeface="Arial"/>
              <a:buChar char="•"/>
            </a:pPr>
            <a:r>
              <a:rPr lang="en-US" sz="1200">
                <a:latin typeface="Helvetica Neue"/>
                <a:ea typeface="Helvetica Neue"/>
                <a:cs typeface="Helvetica Neue"/>
                <a:sym typeface="Helvetica Neue"/>
              </a:rPr>
              <a:t>Why is the box so big, compared to the hardware inside?</a:t>
            </a:r>
            <a:endParaRPr sz="1200">
              <a:latin typeface="Helvetica Neue"/>
              <a:ea typeface="Helvetica Neue"/>
              <a:cs typeface="Helvetica Neue"/>
              <a:sym typeface="Helvetica Neue"/>
            </a:endParaRPr>
          </a:p>
          <a:p>
            <a:pPr marL="171450" marR="0" lvl="0" indent="-171450" algn="l" rtl="0">
              <a:spcBef>
                <a:spcPts val="0"/>
              </a:spcBef>
              <a:spcAft>
                <a:spcPts val="0"/>
              </a:spcAft>
              <a:buSzPts val="1200"/>
              <a:buFont typeface="Helvetica Neue"/>
              <a:buChar char="•"/>
            </a:pPr>
            <a:r>
              <a:rPr lang="en-US" sz="1200">
                <a:latin typeface="Helvetica Neue"/>
                <a:ea typeface="Helvetica Neue"/>
                <a:cs typeface="Helvetica Neue"/>
                <a:sym typeface="Helvetica Neue"/>
              </a:rPr>
              <a:t>Why did they design the box so I can see the internals?</a:t>
            </a:r>
            <a:endParaRPr sz="1200">
              <a:latin typeface="Helvetica Neue"/>
              <a:ea typeface="Helvetica Neue"/>
              <a:cs typeface="Helvetica Neue"/>
              <a:sym typeface="Helvetica Neue"/>
            </a:endParaRPr>
          </a:p>
          <a:p>
            <a:pPr marL="171450" marR="0" lvl="0" indent="-171450" algn="l" rtl="0">
              <a:spcBef>
                <a:spcPts val="0"/>
              </a:spcBef>
              <a:spcAft>
                <a:spcPts val="0"/>
              </a:spcAft>
              <a:buSzPts val="1200"/>
              <a:buFont typeface="Helvetica Neue"/>
              <a:buChar char="•"/>
            </a:pPr>
            <a:r>
              <a:rPr lang="en-US" sz="1200">
                <a:latin typeface="Helvetica Neue"/>
                <a:ea typeface="Helvetica Neue"/>
                <a:cs typeface="Helvetica Neue"/>
                <a:sym typeface="Helvetica Neue"/>
              </a:rPr>
              <a:t>Who receives the data, and who is sent to fix the problem?</a:t>
            </a:r>
            <a:endParaRPr sz="1200">
              <a:latin typeface="Helvetica Neue"/>
              <a:ea typeface="Helvetica Neue"/>
              <a:cs typeface="Helvetica Neue"/>
              <a:sym typeface="Helvetica Neue"/>
            </a:endParaRPr>
          </a:p>
        </p:txBody>
      </p:sp>
      <p:sp>
        <p:nvSpPr>
          <p:cNvPr id="94" name="Google Shape;94;p13"/>
          <p:cNvSpPr/>
          <p:nvPr/>
        </p:nvSpPr>
        <p:spPr>
          <a:xfrm>
            <a:off x="210065" y="4785182"/>
            <a:ext cx="4361934" cy="246221"/>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rgbClr val="000000"/>
                </a:solidFill>
                <a:latin typeface="Helvetica Neue"/>
                <a:ea typeface="Helvetica Neue"/>
                <a:cs typeface="Helvetica Neue"/>
                <a:sym typeface="Helvetica Neue"/>
              </a:rPr>
              <a:t>Submitted: </a:t>
            </a:r>
            <a:r>
              <a:rPr lang="en-US" sz="1000">
                <a:latin typeface="Helvetica Neue"/>
                <a:ea typeface="Helvetica Neue"/>
                <a:cs typeface="Helvetica Neue"/>
                <a:sym typeface="Helvetica Neue"/>
              </a:rPr>
              <a:t>Ethan Taylor</a:t>
            </a:r>
            <a:r>
              <a:rPr lang="en-US" sz="1000">
                <a:solidFill>
                  <a:srgbClr val="000000"/>
                </a:solidFill>
                <a:latin typeface="Helvetica Neue"/>
                <a:ea typeface="Helvetica Neue"/>
                <a:cs typeface="Helvetica Neue"/>
                <a:sym typeface="Helvetica Neue"/>
              </a:rPr>
              <a:t> </a:t>
            </a:r>
            <a:r>
              <a:rPr lang="en-US" sz="1000">
                <a:latin typeface="Helvetica Neue"/>
                <a:ea typeface="Helvetica Neue"/>
                <a:cs typeface="Helvetica Neue"/>
                <a:sym typeface="Helvetica Neue"/>
              </a:rPr>
              <a:t>Oct 2025</a:t>
            </a:r>
            <a:endParaRPr/>
          </a:p>
        </p:txBody>
      </p:sp>
      <p:pic>
        <p:nvPicPr>
          <p:cNvPr id="95" name="Google Shape;95;p13" title="IMG_0219.jpg"/>
          <p:cNvPicPr preferRelativeResize="0"/>
          <p:nvPr/>
        </p:nvPicPr>
        <p:blipFill>
          <a:blip r:embed="rId4">
            <a:alphaModFix/>
          </a:blip>
          <a:stretch>
            <a:fillRect/>
          </a:stretch>
        </p:blipFill>
        <p:spPr>
          <a:xfrm>
            <a:off x="4724466" y="152400"/>
            <a:ext cx="1700214" cy="2266952"/>
          </a:xfrm>
          <a:prstGeom prst="rect">
            <a:avLst/>
          </a:prstGeom>
          <a:noFill/>
          <a:ln>
            <a:noFill/>
          </a:ln>
        </p:spPr>
      </p:pic>
      <p:pic>
        <p:nvPicPr>
          <p:cNvPr id="96" name="Google Shape;96;p13" title="IMG_0218.jpg"/>
          <p:cNvPicPr preferRelativeResize="0"/>
          <p:nvPr/>
        </p:nvPicPr>
        <p:blipFill>
          <a:blip r:embed="rId5">
            <a:alphaModFix/>
          </a:blip>
          <a:stretch>
            <a:fillRect/>
          </a:stretch>
        </p:blipFill>
        <p:spPr>
          <a:xfrm>
            <a:off x="6577080" y="152400"/>
            <a:ext cx="1700214" cy="22669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0066" y="141387"/>
            <a:ext cx="4361934" cy="829945"/>
          </a:xfrm>
          <a:prstGeom prst="rect">
            <a:avLst/>
          </a:prstGeom>
          <a:noFill/>
          <a:ln>
            <a:noFill/>
          </a:ln>
        </p:spPr>
        <p:txBody>
          <a:bodyPr wrap="square" rtlCol="0">
            <a:spAutoFit/>
          </a:bodyPr>
          <a:lstStyle/>
          <a:p>
            <a:r>
              <a:rPr lang="en-US" altLang="zh-CN" sz="2400" b="1" dirty="0">
                <a:latin typeface="Helvetica Neue" panose="02000503000000020004" pitchFamily="2" charset="0"/>
                <a:ea typeface="Helvetica Neue" panose="02000503000000020004" pitchFamily="2" charset="0"/>
                <a:cs typeface="Helvetica Neue" panose="02000503000000020004" pitchFamily="2" charset="0"/>
              </a:rPr>
              <a:t>Cycle Counters</a:t>
            </a:r>
            <a:r>
              <a:rPr lang="en-GB" sz="2400" b="1" dirty="0">
                <a:latin typeface="Helvetica Neue" panose="02000503000000020004" pitchFamily="2" charset="0"/>
                <a:ea typeface="Helvetica Neue" panose="02000503000000020004" pitchFamily="2" charset="0"/>
                <a:cs typeface="Helvetica Neue" panose="02000503000000020004" pitchFamily="2" charset="0"/>
              </a:rPr>
              <a:t> and </a:t>
            </a:r>
            <a:br>
              <a:rPr lang="en-GB" sz="2400" b="1" dirty="0">
                <a:latin typeface="Helvetica Neue" panose="02000503000000020004" pitchFamily="2" charset="0"/>
                <a:ea typeface="Helvetica Neue" panose="02000503000000020004" pitchFamily="2" charset="0"/>
                <a:cs typeface="Helvetica Neue" panose="02000503000000020004" pitchFamily="2" charset="0"/>
              </a:rPr>
            </a:br>
            <a:r>
              <a:rPr lang="en-US" altLang="zh-CN" sz="2400" b="1" dirty="0">
                <a:latin typeface="Helvetica Neue" panose="02000503000000020004" pitchFamily="2" charset="0"/>
                <a:ea typeface="Helvetica Neue" panose="02000503000000020004" pitchFamily="2" charset="0"/>
                <a:cs typeface="Helvetica Neue" panose="02000503000000020004" pitchFamily="2" charset="0"/>
              </a:rPr>
              <a:t>Smart Digital Cycle Totem</a:t>
            </a:r>
            <a:r>
              <a:rPr lang="en-GB" sz="2400" b="1" dirty="0">
                <a:latin typeface="Helvetica Neue" panose="02000503000000020004" pitchFamily="2" charset="0"/>
                <a:ea typeface="Helvetica Neue" panose="02000503000000020004" pitchFamily="2" charset="0"/>
                <a:cs typeface="Helvetica Neue" panose="02000503000000020004" pitchFamily="2" charset="0"/>
              </a:rPr>
              <a:t>.</a:t>
            </a:r>
            <a:endParaRPr lang="en-US" sz="16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p:cNvSpPr/>
          <p:nvPr/>
        </p:nvSpPr>
        <p:spPr>
          <a:xfrm>
            <a:off x="210065" y="4057303"/>
            <a:ext cx="4361934" cy="645160"/>
          </a:xfrm>
          <a:prstGeom prst="rect">
            <a:avLst/>
          </a:prstGeom>
          <a:ln>
            <a:solidFill>
              <a:schemeClr val="tx1">
                <a:lumMod val="50000"/>
                <a:lumOff val="50000"/>
              </a:schemeClr>
            </a:solidFill>
          </a:ln>
        </p:spPr>
        <p:txBody>
          <a:bodyPr wrap="square">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Location info:</a:t>
            </a:r>
          </a:p>
          <a:p>
            <a:r>
              <a:rPr lang="en-US" altLang="zh-CN" sz="1200" dirty="0">
                <a:latin typeface="Helvetica Neue" panose="02000503000000020004" pitchFamily="2" charset="0"/>
                <a:ea typeface="Helvetica Neue" panose="02000503000000020004" pitchFamily="2" charset="0"/>
                <a:cs typeface="Helvetica Neue" panose="02000503000000020004" pitchFamily="2" charset="0"/>
              </a:rPr>
              <a:t>Embankment Station, London WC2N 6PB</a:t>
            </a:r>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US" altLang="zh-CN" sz="1200" dirty="0">
                <a:latin typeface="Helvetica Neue" panose="02000503000000020004" pitchFamily="2" charset="0"/>
                <a:ea typeface="Helvetica Neue" panose="02000503000000020004" pitchFamily="2" charset="0"/>
                <a:cs typeface="Helvetica Neue" panose="02000503000000020004" pitchFamily="2" charset="0"/>
              </a:rPr>
              <a:t>https://maps.app.goo.gl/PcKWJ6cSknWnTwBv8?g_st=awc</a:t>
            </a:r>
            <a:r>
              <a:rPr lang="en-GB" sz="12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8" name="TextBox 7"/>
          <p:cNvSpPr txBox="1"/>
          <p:nvPr/>
        </p:nvSpPr>
        <p:spPr>
          <a:xfrm>
            <a:off x="210065" y="1117669"/>
            <a:ext cx="4361934" cy="1568450"/>
          </a:xfrm>
          <a:prstGeom prst="rect">
            <a:avLst/>
          </a:prstGeom>
          <a:noFill/>
          <a:ln>
            <a:solidFill>
              <a:schemeClr val="tx1">
                <a:lumMod val="50000"/>
                <a:lumOff val="50000"/>
              </a:schemeClr>
            </a:solidFill>
          </a:ln>
        </p:spPr>
        <p:txBody>
          <a:bodyPr wrap="square" rtlCol="0">
            <a:spAutoFit/>
          </a:bodyPr>
          <a:lstStyle/>
          <a:p>
            <a:r>
              <a:rPr lang="en-US" altLang="zh-CN" sz="1200" dirty="0">
                <a:latin typeface="Helvetica Neue" panose="02000503000000020004" pitchFamily="2" charset="0"/>
                <a:ea typeface="Helvetica Neue" panose="02000503000000020004" pitchFamily="2" charset="0"/>
                <a:cs typeface="Helvetica Neue" panose="02000503000000020004" pitchFamily="2" charset="0"/>
              </a:rPr>
              <a:t>The image shows London's Smart Digital Cycle Totem, located along cycle superhighways and major cycling routes. It relies on piezoelectric sensors embedded beneath the lane surface, generating an electrical charge as bicycles pass by, which is then used to count them. An LED screen above displays the number of riders for the day and the cumulative total, making this data visible to the public.</a:t>
            </a:r>
          </a:p>
        </p:txBody>
      </p:sp>
      <p:sp>
        <p:nvSpPr>
          <p:cNvPr id="9" name="Rectangle 8"/>
          <p:cNvSpPr/>
          <p:nvPr/>
        </p:nvSpPr>
        <p:spPr>
          <a:xfrm>
            <a:off x="210065" y="2774950"/>
            <a:ext cx="4361934" cy="1198880"/>
          </a:xfrm>
          <a:prstGeom prst="rect">
            <a:avLst/>
          </a:prstGeom>
          <a:ln>
            <a:solidFill>
              <a:schemeClr val="tx1">
                <a:lumMod val="50000"/>
                <a:lumOff val="50000"/>
              </a:schemeClr>
            </a:solidFill>
          </a:ln>
        </p:spPr>
        <p:txBody>
          <a:bodyPr wrap="square">
            <a:spAutoFit/>
          </a:bodyPr>
          <a:lstStyle/>
          <a:p>
            <a:pPr lvl="0"/>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Questions when visiting site?</a:t>
            </a:r>
          </a:p>
          <a:p>
            <a:pPr marL="171450" lvl="0" indent="-171450">
              <a:buFont typeface="Arial" panose="020B0604020202020204" pitchFamily="34" charset="0"/>
              <a:buChar char="•"/>
            </a:pPr>
            <a:r>
              <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What are the practical applications of such data?</a:t>
            </a:r>
          </a:p>
          <a:p>
            <a:pPr marL="171450" lvl="0" indent="-171450">
              <a:buFont typeface="Arial" panose="020B0604020202020204" pitchFamily="34" charset="0"/>
              <a:buChar char="•"/>
            </a:pPr>
            <a:r>
              <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Why should the annual number of cyclists be shown to pedestrians as shown in the picture?</a:t>
            </a:r>
          </a:p>
          <a:p>
            <a:pPr marL="171450" lvl="0" indent="-171450">
              <a:buFont typeface="Arial" panose="020B0604020202020204" pitchFamily="34" charset="0"/>
              <a:buChar char="•"/>
            </a:pPr>
            <a:r>
              <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Are there any ongoing operating costs associated with the project?</a:t>
            </a:r>
          </a:p>
        </p:txBody>
      </p:sp>
      <p:sp>
        <p:nvSpPr>
          <p:cNvPr id="10" name="Rectangle 9"/>
          <p:cNvSpPr/>
          <p:nvPr/>
        </p:nvSpPr>
        <p:spPr>
          <a:xfrm>
            <a:off x="210065" y="4785182"/>
            <a:ext cx="4361934" cy="245110"/>
          </a:xfrm>
          <a:prstGeom prst="rect">
            <a:avLst/>
          </a:prstGeom>
          <a:ln>
            <a:solidFill>
              <a:schemeClr val="tx1">
                <a:lumMod val="50000"/>
                <a:lumOff val="50000"/>
              </a:schemeClr>
            </a:solidFill>
          </a:ln>
        </p:spPr>
        <p:txBody>
          <a:bodyPr wrap="square">
            <a:spAutoFit/>
          </a:bodyPr>
          <a:lstStyle/>
          <a:p>
            <a:pPr lvl="0"/>
            <a:r>
              <a:rPr lang="en-US"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Submitted: Qingshan Luo Oct 2025</a:t>
            </a:r>
          </a:p>
        </p:txBody>
      </p:sp>
      <p:pic>
        <p:nvPicPr>
          <p:cNvPr id="5" name="图片 4"/>
          <p:cNvPicPr>
            <a:picLocks noChangeAspect="1"/>
          </p:cNvPicPr>
          <p:nvPr/>
        </p:nvPicPr>
        <p:blipFill>
          <a:blip r:embed="rId3"/>
          <a:stretch>
            <a:fillRect/>
          </a:stretch>
        </p:blipFill>
        <p:spPr>
          <a:xfrm>
            <a:off x="4935220" y="-635"/>
            <a:ext cx="4208780" cy="2573020"/>
          </a:xfrm>
          <a:prstGeom prst="rect">
            <a:avLst/>
          </a:prstGeom>
        </p:spPr>
      </p:pic>
      <p:pic>
        <p:nvPicPr>
          <p:cNvPr id="11" name="图片 10"/>
          <p:cNvPicPr>
            <a:picLocks noChangeAspect="1"/>
          </p:cNvPicPr>
          <p:nvPr/>
        </p:nvPicPr>
        <p:blipFill>
          <a:blip r:embed="rId4"/>
          <a:stretch>
            <a:fillRect/>
          </a:stretch>
        </p:blipFill>
        <p:spPr>
          <a:xfrm>
            <a:off x="4935220" y="2572385"/>
            <a:ext cx="4222115" cy="25711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0066" y="141387"/>
            <a:ext cx="4361934" cy="829945"/>
          </a:xfrm>
          <a:prstGeom prst="rect">
            <a:avLst/>
          </a:prstGeom>
          <a:noFill/>
          <a:ln>
            <a:noFill/>
          </a:ln>
        </p:spPr>
        <p:txBody>
          <a:bodyPr wrap="square" rtlCol="0">
            <a:spAutoFit/>
          </a:bodyPr>
          <a:lstStyle/>
          <a:p>
            <a:r>
              <a:rPr lang="en-GB" sz="2400" b="1" dirty="0">
                <a:latin typeface="Helvetica Neue" panose="02000503000000020004" pitchFamily="2" charset="0"/>
                <a:ea typeface="Helvetica Neue" panose="02000503000000020004" pitchFamily="2" charset="0"/>
                <a:cs typeface="Helvetica Neue" panose="02000503000000020004" pitchFamily="2" charset="0"/>
              </a:rPr>
              <a:t>Smart Park Connectivity – SPARK® Wi-Fi.</a:t>
            </a:r>
            <a:endParaRPr lang="en-US" sz="16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p:cNvSpPr/>
          <p:nvPr/>
        </p:nvSpPr>
        <p:spPr>
          <a:xfrm>
            <a:off x="210065" y="3624233"/>
            <a:ext cx="4361934" cy="1014730"/>
          </a:xfrm>
          <a:prstGeom prst="rect">
            <a:avLst/>
          </a:prstGeom>
          <a:ln>
            <a:solidFill>
              <a:schemeClr val="tx1">
                <a:lumMod val="50000"/>
                <a:lumOff val="50000"/>
              </a:schemeClr>
            </a:solidFill>
          </a:ln>
        </p:spPr>
        <p:txBody>
          <a:bodyPr wrap="square">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Location info:</a:t>
            </a:r>
          </a:p>
          <a:p>
            <a:r>
              <a:rPr lang="en-GB" sz="1200" dirty="0">
                <a:latin typeface="Helvetica Neue" panose="02000503000000020004" pitchFamily="2" charset="0"/>
                <a:ea typeface="Helvetica Neue" panose="02000503000000020004" pitchFamily="2" charset="0"/>
                <a:cs typeface="Helvetica Neue" panose="02000503000000020004" pitchFamily="2" charset="0"/>
              </a:rPr>
              <a:t>@51.537434, −0.009600</a:t>
            </a:r>
          </a:p>
          <a:p>
            <a:r>
              <a:rPr lang="en-GB" sz="1200" dirty="0">
                <a:latin typeface="Helvetica Neue" panose="02000503000000020004" pitchFamily="2" charset="0"/>
                <a:ea typeface="Helvetica Neue" panose="02000503000000020004" pitchFamily="2" charset="0"/>
                <a:cs typeface="Helvetica Neue" panose="02000503000000020004" pitchFamily="2" charset="0"/>
              </a:rPr>
              <a:t>One Pool Street, London E20 2AF</a:t>
            </a:r>
          </a:p>
          <a:p>
            <a:r>
              <a:rPr lang="en-GB" sz="1200" dirty="0">
                <a:latin typeface="Helvetica Neue" panose="02000503000000020004" pitchFamily="2" charset="0"/>
                <a:ea typeface="Helvetica Neue" panose="02000503000000020004" pitchFamily="2" charset="0"/>
                <a:cs typeface="Helvetica Neue" panose="02000503000000020004" pitchFamily="2" charset="0"/>
                <a:hlinkClick r:id="rId5"/>
              </a:rPr>
              <a:t>https://maps.app.goo.gl/or1ck3rHRSqZwy3F8</a:t>
            </a:r>
            <a:r>
              <a:rPr lang="en-GB" sz="1200" dirty="0">
                <a:latin typeface="Helvetica Neue" panose="02000503000000020004" pitchFamily="2" charset="0"/>
                <a:ea typeface="Helvetica Neue" panose="02000503000000020004" pitchFamily="2" charset="0"/>
                <a:cs typeface="Helvetica Neue" panose="02000503000000020004" pitchFamily="2" charset="0"/>
              </a:rPr>
              <a:t> </a:t>
            </a:r>
          </a:p>
          <a:p>
            <a:r>
              <a:rPr lang="en-GB" sz="1200">
                <a:latin typeface="Helvetica Neue" panose="02000503000000020004" pitchFamily="2" charset="0"/>
                <a:ea typeface="Helvetica Neue" panose="02000503000000020004" pitchFamily="2" charset="0"/>
                <a:cs typeface="Helvetica Neue" panose="02000503000000020004" pitchFamily="2" charset="0"/>
              </a:rPr>
              <a:t>what3words: ///raced.ranged.refuse</a:t>
            </a:r>
            <a:r>
              <a:rPr lang="en-GB" sz="12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8" name="TextBox 7"/>
          <p:cNvSpPr txBox="1"/>
          <p:nvPr/>
        </p:nvSpPr>
        <p:spPr>
          <a:xfrm>
            <a:off x="210065" y="1117669"/>
            <a:ext cx="4361934" cy="1383665"/>
          </a:xfrm>
          <a:prstGeom prst="rect">
            <a:avLst/>
          </a:prstGeom>
          <a:noFill/>
          <a:ln>
            <a:solidFill>
              <a:schemeClr val="tx1">
                <a:lumMod val="50000"/>
                <a:lumOff val="50000"/>
              </a:schemeClr>
            </a:solidFill>
          </a:ln>
        </p:spPr>
        <p:txBody>
          <a:bodyPr wrap="square" rtlCol="0">
            <a:spAutoFit/>
          </a:bodyPr>
          <a:lstStyle/>
          <a:p>
            <a:r>
              <a:rPr lang="en-US" sz="1200" dirty="0">
                <a:latin typeface="Helvetica Neue" panose="02000503000000020004" pitchFamily="2" charset="0"/>
                <a:ea typeface="Helvetica Neue" panose="02000503000000020004" pitchFamily="2" charset="0"/>
                <a:cs typeface="Helvetica Neue" panose="02000503000000020004" pitchFamily="2" charset="0"/>
              </a:rPr>
              <a:t>This device is part of the digital infrastructure at Queen Elizabeth Olympic Park (QEOP). Using SPARK platform by WIFI SPARK, they provides free public WIFI.</a:t>
            </a:r>
          </a:p>
          <a:p>
            <a:endParaRPr lang="en-US" sz="1200" dirty="0">
              <a:latin typeface="Helvetica Neue" panose="02000503000000020004" pitchFamily="2" charset="0"/>
              <a:ea typeface="Helvetica Neue" panose="02000503000000020004" pitchFamily="2" charset="0"/>
              <a:cs typeface="Helvetica Neue" panose="02000503000000020004" pitchFamily="2" charset="0"/>
            </a:endParaRPr>
          </a:p>
          <a:p>
            <a:r>
              <a:rPr lang="en-US" sz="1200" dirty="0">
                <a:latin typeface="Helvetica Neue" panose="02000503000000020004" pitchFamily="2" charset="0"/>
                <a:ea typeface="Helvetica Neue" panose="02000503000000020004" pitchFamily="2" charset="0"/>
                <a:cs typeface="Helvetica Neue" panose="02000503000000020004" pitchFamily="2" charset="0"/>
              </a:rPr>
              <a:t>Further info: GLA DATA CITY report (WiFi SPARK provides Smart Park connectivity)；SPARK TSL public-WiFi solution for QEOP；G-Cloud service definition.</a:t>
            </a:r>
          </a:p>
        </p:txBody>
      </p:sp>
      <p:sp>
        <p:nvSpPr>
          <p:cNvPr id="9" name="Rectangle 8"/>
          <p:cNvSpPr/>
          <p:nvPr/>
        </p:nvSpPr>
        <p:spPr>
          <a:xfrm>
            <a:off x="210065" y="2647950"/>
            <a:ext cx="4361934" cy="829945"/>
          </a:xfrm>
          <a:prstGeom prst="rect">
            <a:avLst/>
          </a:prstGeom>
          <a:ln>
            <a:solidFill>
              <a:schemeClr val="tx1">
                <a:lumMod val="50000"/>
                <a:lumOff val="50000"/>
              </a:schemeClr>
            </a:solidFill>
          </a:ln>
        </p:spPr>
        <p:txBody>
          <a:bodyPr wrap="square">
            <a:spAutoFit/>
          </a:bodyPr>
          <a:lstStyle/>
          <a:p>
            <a:pPr lvl="0"/>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Questions when visiting site?</a:t>
            </a:r>
          </a:p>
          <a:p>
            <a:pPr marL="171450" lvl="0" indent="-171450">
              <a:buFont typeface="Arial" panose="020B0604020202090204" pitchFamily="34" charset="0"/>
              <a:buChar char="•"/>
            </a:pPr>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What data do these SPARK Wi-Fi nodes collect? </a:t>
            </a:r>
          </a:p>
          <a:p>
            <a:pPr marL="171450" lvl="0" indent="-171450">
              <a:buFont typeface="Arial" panose="020B0604020202090204" pitchFamily="34" charset="0"/>
              <a:buChar char="•"/>
            </a:pPr>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What backhaul does this node use? </a:t>
            </a:r>
          </a:p>
          <a:p>
            <a:pPr marL="171450" lvl="0" indent="-171450">
              <a:buFont typeface="Arial" panose="020B0604020202090204" pitchFamily="34" charset="0"/>
              <a:buChar char="•"/>
            </a:pPr>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Who is this technology for?</a:t>
            </a:r>
          </a:p>
        </p:txBody>
      </p:sp>
      <p:sp>
        <p:nvSpPr>
          <p:cNvPr id="10" name="Rectangle 9"/>
          <p:cNvSpPr/>
          <p:nvPr/>
        </p:nvSpPr>
        <p:spPr>
          <a:xfrm>
            <a:off x="210065" y="4785182"/>
            <a:ext cx="4361934" cy="245110"/>
          </a:xfrm>
          <a:prstGeom prst="rect">
            <a:avLst/>
          </a:prstGeom>
          <a:ln>
            <a:solidFill>
              <a:schemeClr val="tx1">
                <a:lumMod val="50000"/>
                <a:lumOff val="50000"/>
              </a:schemeClr>
            </a:solidFill>
          </a:ln>
        </p:spPr>
        <p:txBody>
          <a:bodyPr wrap="square">
            <a:spAutoFit/>
          </a:bodyPr>
          <a:lstStyle/>
          <a:p>
            <a:pPr lvl="0"/>
            <a:r>
              <a:rPr lang="en-US"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Submitted: Yidan Gao 2025</a:t>
            </a:r>
          </a:p>
        </p:txBody>
      </p:sp>
      <p:pic>
        <p:nvPicPr>
          <p:cNvPr id="3" name="Picture 2"/>
          <p:cNvPicPr>
            <a:picLocks noChangeAspect="1"/>
          </p:cNvPicPr>
          <p:nvPr>
            <p:custDataLst>
              <p:tags r:id="rId1"/>
            </p:custDataLst>
          </p:nvPr>
        </p:nvPicPr>
        <p:blipFill>
          <a:blip r:embed="rId6"/>
          <a:srcRect l="14370" r="40611"/>
          <a:stretch>
            <a:fillRect/>
          </a:stretch>
        </p:blipFill>
        <p:spPr>
          <a:xfrm rot="5400000">
            <a:off x="5773420" y="-436245"/>
            <a:ext cx="2313305" cy="3854450"/>
          </a:xfrm>
          <a:prstGeom prst="rect">
            <a:avLst/>
          </a:prstGeom>
        </p:spPr>
      </p:pic>
      <p:pic>
        <p:nvPicPr>
          <p:cNvPr id="5" name="Picture 4"/>
          <p:cNvPicPr>
            <a:picLocks noChangeAspect="1"/>
          </p:cNvPicPr>
          <p:nvPr>
            <p:custDataLst>
              <p:tags r:id="rId2"/>
            </p:custDataLst>
          </p:nvPr>
        </p:nvPicPr>
        <p:blipFill>
          <a:blip r:embed="rId7"/>
          <a:srcRect l="41489" t="30198" r="13457" b="26309"/>
          <a:stretch>
            <a:fillRect/>
          </a:stretch>
        </p:blipFill>
        <p:spPr>
          <a:xfrm>
            <a:off x="5003165" y="2647950"/>
            <a:ext cx="3833495" cy="231330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1_Architecture">
  <a:themeElements>
    <a:clrScheme name="Custom 5">
      <a:dk1>
        <a:srgbClr val="000000"/>
      </a:dk1>
      <a:lt1>
        <a:srgbClr val="FFFFFF"/>
      </a:lt1>
      <a:dk2>
        <a:srgbClr val="0860A8"/>
      </a:dk2>
      <a:lt2>
        <a:srgbClr val="E6B012"/>
      </a:lt2>
      <a:accent1>
        <a:srgbClr val="009900"/>
      </a:accent1>
      <a:accent2>
        <a:srgbClr val="FF5C00"/>
      </a:accent2>
      <a:accent3>
        <a:srgbClr val="AAB6D1"/>
      </a:accent3>
      <a:accent4>
        <a:srgbClr val="DADADA"/>
      </a:accent4>
      <a:accent5>
        <a:srgbClr val="AACAAA"/>
      </a:accent5>
      <a:accent6>
        <a:srgbClr val="E75300"/>
      </a:accent6>
      <a:hlink>
        <a:srgbClr val="6AADE4"/>
      </a:hlink>
      <a:folHlink>
        <a:srgbClr val="6AADE4"/>
      </a:folHlink>
    </a:clrScheme>
    <a:fontScheme name="9_Architecture">
      <a:majorFont>
        <a:latin typeface="Impact"/>
        <a:ea typeface=""/>
        <a:cs typeface="Arial"/>
      </a:majorFont>
      <a:minorFont>
        <a:latin typeface="Arial Narrow"/>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9_Architectur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9_Architectur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9_Architectur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9_Architectur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9_Architectur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9_Architectur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9_Architectur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9_Architecture 8">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5BB3B9"/>
        </a:hlink>
        <a:folHlink>
          <a:srgbClr val="CC00FF"/>
        </a:folHlink>
      </a:clrScheme>
      <a:clrMap bg1="dk2" tx1="lt1" bg2="dk1" tx2="lt2" accent1="accent1" accent2="accent2" accent3="accent3" accent4="accent4" accent5="accent5" accent6="accent6" hlink="hlink" folHlink="folHlink"/>
    </a:extraClrScheme>
    <a:extraClrScheme>
      <a:clrScheme name="9_Architecture 9">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FFCC00"/>
        </a:hlink>
        <a:folHlink>
          <a:srgbClr val="CC00FF"/>
        </a:folHlink>
      </a:clrScheme>
      <a:clrMap bg1="dk2" tx1="lt1" bg2="dk1" tx2="lt2" accent1="accent1" accent2="accent2" accent3="accent3" accent4="accent4" accent5="accent5" accent6="accent6" hlink="hlink" folHlink="folHlink"/>
    </a:extraClrScheme>
    <a:extraClrScheme>
      <a:clrScheme name="9_Architecture 10">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CC00FF"/>
        </a:folHlink>
      </a:clrScheme>
      <a:clrMap bg1="dk2" tx1="lt1" bg2="dk1" tx2="lt2" accent1="accent1" accent2="accent2" accent3="accent3" accent4="accent4" accent5="accent5" accent6="accent6" hlink="hlink" folHlink="folHlink"/>
    </a:extraClrScheme>
    <a:extraClrScheme>
      <a:clrScheme name="9_Architecture 11">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CC0099"/>
        </a:folHlink>
      </a:clrScheme>
      <a:clrMap bg1="dk2" tx1="lt1" bg2="dk1" tx2="lt2" accent1="accent1" accent2="accent2" accent3="accent3" accent4="accent4" accent5="accent5" accent6="accent6" hlink="hlink" folHlink="folHlink"/>
    </a:extraClrScheme>
    <a:extraClrScheme>
      <a:clrScheme name="9_Architecture 12">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AA014C"/>
        </a:folHlink>
      </a:clrScheme>
      <a:clrMap bg1="dk2" tx1="lt1" bg2="dk1" tx2="lt2" accent1="accent1" accent2="accent2" accent3="accent3" accent4="accent4" accent5="accent5" accent6="accent6" hlink="hlink" folHlink="folHlink"/>
    </a:extraClrScheme>
    <a:extraClrScheme>
      <a:clrScheme name="9_Architecture 13">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C5C0"/>
        </a:hlink>
        <a:folHlink>
          <a:srgbClr val="AA014C"/>
        </a:folHlink>
      </a:clrScheme>
      <a:clrMap bg1="dk2" tx1="lt1" bg2="dk1" tx2="lt2" accent1="accent1" accent2="accent2" accent3="accent3" accent4="accent4" accent5="accent5" accent6="accent6" hlink="hlink" folHlink="folHlink"/>
    </a:extraClrScheme>
    <a:extraClrScheme>
      <a:clrScheme name="9_Architecture 14">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00C5C0"/>
        </a:hlink>
        <a:folHlink>
          <a:srgbClr val="AA014C"/>
        </a:folHlink>
      </a:clrScheme>
      <a:clrMap bg1="dk2" tx1="lt1" bg2="dk1" tx2="lt2" accent1="accent1" accent2="accent2" accent3="accent3" accent4="accent4" accent5="accent5" accent6="accent6" hlink="hlink" folHlink="folHlink"/>
    </a:extraClrScheme>
    <a:extraClrScheme>
      <a:clrScheme name="9_Architecture 15">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10C8E1"/>
        </a:hlink>
        <a:folHlink>
          <a:srgbClr val="AA014C"/>
        </a:folHlink>
      </a:clrScheme>
      <a:clrMap bg1="dk2" tx1="lt1" bg2="dk1" tx2="lt2" accent1="accent1" accent2="accent2" accent3="accent3" accent4="accent4" accent5="accent5" accent6="accent6" hlink="hlink" folHlink="folHlink"/>
    </a:extraClrScheme>
    <a:extraClrScheme>
      <a:clrScheme name="9_Architecture 16">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10C8E1"/>
        </a:hlink>
        <a:folHlink>
          <a:srgbClr val="F3016E"/>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efaultSectionNames xmlns="6f45ebe1-19a7-4ef8-a5a4-afb4295ca2e2" xsi:nil="true"/>
    <Is_Collaboration_Space_Locked xmlns="6f45ebe1-19a7-4ef8-a5a4-afb4295ca2e2" xsi:nil="true"/>
    <AppVersion xmlns="6f45ebe1-19a7-4ef8-a5a4-afb4295ca2e2" xsi:nil="true"/>
    <TeamsChannelId xmlns="6f45ebe1-19a7-4ef8-a5a4-afb4295ca2e2" xsi:nil="true"/>
    <Distribution_Groups xmlns="6f45ebe1-19a7-4ef8-a5a4-afb4295ca2e2" xsi:nil="true"/>
    <Templates xmlns="6f45ebe1-19a7-4ef8-a5a4-afb4295ca2e2" xsi:nil="true"/>
    <Teams_Channel_Section_Location xmlns="6f45ebe1-19a7-4ef8-a5a4-afb4295ca2e2" xsi:nil="true"/>
    <Invited_Leaders xmlns="6f45ebe1-19a7-4ef8-a5a4-afb4295ca2e2" xsi:nil="true"/>
    <NotebookType xmlns="6f45ebe1-19a7-4ef8-a5a4-afb4295ca2e2" xsi:nil="true"/>
    <Members xmlns="6f45ebe1-19a7-4ef8-a5a4-afb4295ca2e2">
      <UserInfo>
        <DisplayName/>
        <AccountId xsi:nil="true"/>
        <AccountType/>
      </UserInfo>
    </Members>
    <Invited_Members xmlns="6f45ebe1-19a7-4ef8-a5a4-afb4295ca2e2" xsi:nil="true"/>
    <LMS_Mappings xmlns="6f45ebe1-19a7-4ef8-a5a4-afb4295ca2e2" xsi:nil="true"/>
    <IsNotebookLocked xmlns="6f45ebe1-19a7-4ef8-a5a4-afb4295ca2e2" xsi:nil="true"/>
    <FolderType xmlns="6f45ebe1-19a7-4ef8-a5a4-afb4295ca2e2" xsi:nil="true"/>
    <CultureName xmlns="6f45ebe1-19a7-4ef8-a5a4-afb4295ca2e2" xsi:nil="true"/>
    <Owner xmlns="6f45ebe1-19a7-4ef8-a5a4-afb4295ca2e2">
      <UserInfo>
        <DisplayName/>
        <AccountId xsi:nil="true"/>
        <AccountType/>
      </UserInfo>
    </Owner>
    <Leaders xmlns="6f45ebe1-19a7-4ef8-a5a4-afb4295ca2e2">
      <UserInfo>
        <DisplayName/>
        <AccountId xsi:nil="true"/>
        <AccountType/>
      </UserInfo>
    </Leaders>
    <Math_Settings xmlns="6f45ebe1-19a7-4ef8-a5a4-afb4295ca2e2" xsi:nil="true"/>
    <Has_Leaders_Only_SectionGroup xmlns="6f45ebe1-19a7-4ef8-a5a4-afb4295ca2e2" xsi:nil="true"/>
    <lcf76f155ced4ddcb4097134ff3c332f xmlns="6f45ebe1-19a7-4ef8-a5a4-afb4295ca2e2">
      <Terms xmlns="http://schemas.microsoft.com/office/infopath/2007/PartnerControls"/>
    </lcf76f155ced4ddcb4097134ff3c332f>
    <Member_Groups xmlns="6f45ebe1-19a7-4ef8-a5a4-afb4295ca2e2">
      <UserInfo>
        <DisplayName/>
        <AccountId xsi:nil="true"/>
        <AccountType/>
      </UserInfo>
    </Member_Groups>
    <Self_Registration_Enabled xmlns="6f45ebe1-19a7-4ef8-a5a4-afb4295ca2e2" xsi:nil="true"/>
    <TaxCatchAll xmlns="9d8807c4-7637-41f1-b738-fb31966e178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DA3D6F334C1AA408A80486D71036560" ma:contentTypeVersion="40" ma:contentTypeDescription="Create a new document." ma:contentTypeScope="" ma:versionID="ec8202aaf45ce3aa4cb6623b88ecbd66">
  <xsd:schema xmlns:xsd="http://www.w3.org/2001/XMLSchema" xmlns:xs="http://www.w3.org/2001/XMLSchema" xmlns:p="http://schemas.microsoft.com/office/2006/metadata/properties" xmlns:ns2="6f45ebe1-19a7-4ef8-a5a4-afb4295ca2e2" xmlns:ns3="9d8807c4-7637-41f1-b738-fb31966e1785" targetNamespace="http://schemas.microsoft.com/office/2006/metadata/properties" ma:root="true" ma:fieldsID="2fbaf2945d784bc85ca5efbbe8374f15" ns2:_="" ns3:_="">
    <xsd:import namespace="6f45ebe1-19a7-4ef8-a5a4-afb4295ca2e2"/>
    <xsd:import namespace="9d8807c4-7637-41f1-b738-fb31966e178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Teams_Channel_Section_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45ebe1-19a7-4ef8-a5a4-afb4295ca2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Leaders" ma:index="29"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30"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31"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Leaders" ma:index="34" nillable="true" ma:displayName="Invited Leaders" ma:internalName="Invited_Leaders">
      <xsd:simpleType>
        <xsd:restriction base="dms:Note">
          <xsd:maxLength value="255"/>
        </xsd:restriction>
      </xsd:simpleType>
    </xsd:element>
    <xsd:element name="Invited_Members" ma:index="35" nillable="true" ma:displayName="Invited Members" ma:internalName="Invited_Member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Leaders_Only_SectionGroup" ma:index="37" nillable="true" ma:displayName="Has Leaders Only SectionGroup" ma:internalName="Has_Leaders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element name="MediaLengthInSeconds" ma:index="41" nillable="true" ma:displayName="MediaLengthInSeconds" ma:hidden="true" ma:internalName="MediaLengthInSeconds" ma:readOnly="true">
      <xsd:simpleType>
        <xsd:restriction base="dms:Unknown"/>
      </xsd:simpleType>
    </xsd:element>
    <xsd:element name="lcf76f155ced4ddcb4097134ff3c332f" ma:index="43" nillable="true" ma:taxonomy="true" ma:internalName="lcf76f155ced4ddcb4097134ff3c332f" ma:taxonomyFieldName="MediaServiceImageTags" ma:displayName="Image Tags" ma:readOnly="false" ma:fieldId="{5cf76f15-5ced-4ddc-b409-7134ff3c332f}" ma:taxonomyMulti="true" ma:sspId="579a89b1-2c2c-4f7f-9bd7-7914fb13a02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4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46" nillable="true" ma:displayName="MediaServiceSearchProperties" ma:hidden="true" ma:internalName="MediaServiceSearchProperties" ma:readOnly="true">
      <xsd:simpleType>
        <xsd:restriction base="dms:Note"/>
      </xsd:simpleType>
    </xsd:element>
    <xsd:element name="MediaServiceBillingMetadata" ma:index="4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8807c4-7637-41f1-b738-fb31966e17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44" nillable="true" ma:displayName="Taxonomy Catch All Column" ma:hidden="true" ma:list="{8a8f18d3-d3d1-4405-80da-f542c83f6c1b}" ma:internalName="TaxCatchAll" ma:showField="CatchAllData" ma:web="9d8807c4-7637-41f1-b738-fb31966e17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781F94-7380-4FA0-8370-D82788C6398F}">
  <ds:schemaRefs>
    <ds:schemaRef ds:uri="http://purl.org/dc/dcmitype/"/>
    <ds:schemaRef ds:uri="http://purl.org/dc/terms/"/>
    <ds:schemaRef ds:uri="http://schemas.microsoft.com/office/2006/documentManagement/types"/>
    <ds:schemaRef ds:uri="http://schemas.microsoft.com/office/2006/metadata/properties"/>
    <ds:schemaRef ds:uri="9d8807c4-7637-41f1-b738-fb31966e1785"/>
    <ds:schemaRef ds:uri="http://purl.org/dc/elements/1.1/"/>
    <ds:schemaRef ds:uri="http://www.w3.org/XML/1998/namespace"/>
    <ds:schemaRef ds:uri="http://schemas.openxmlformats.org/package/2006/metadata/core-properties"/>
    <ds:schemaRef ds:uri="http://schemas.microsoft.com/office/infopath/2007/PartnerControls"/>
    <ds:schemaRef ds:uri="6f45ebe1-19a7-4ef8-a5a4-afb4295ca2e2"/>
  </ds:schemaRefs>
</ds:datastoreItem>
</file>

<file path=customXml/itemProps2.xml><?xml version="1.0" encoding="utf-8"?>
<ds:datastoreItem xmlns:ds="http://schemas.openxmlformats.org/officeDocument/2006/customXml" ds:itemID="{B9554725-2578-4358-877A-B39F87520E03}">
  <ds:schemaRefs>
    <ds:schemaRef ds:uri="http://schemas.microsoft.com/sharepoint/v3/contenttype/forms"/>
  </ds:schemaRefs>
</ds:datastoreItem>
</file>

<file path=customXml/itemProps3.xml><?xml version="1.0" encoding="utf-8"?>
<ds:datastoreItem xmlns:ds="http://schemas.openxmlformats.org/officeDocument/2006/customXml" ds:itemID="{FA899FF7-36BD-47DF-A10B-E3BD555929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45ebe1-19a7-4ef8-a5a4-afb4295ca2e2"/>
    <ds:schemaRef ds:uri="9d8807c4-7637-41f1-b738-fb31966e17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20968</TotalTime>
  <Words>928</Words>
  <Application>Microsoft Macintosh PowerPoint</Application>
  <PresentationFormat>On-screen Show (16:9)</PresentationFormat>
  <Paragraphs>90</Paragraphs>
  <Slides>4</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vt:i4>
      </vt:variant>
    </vt:vector>
  </HeadingPairs>
  <TitlesOfParts>
    <vt:vector size="15" baseType="lpstr">
      <vt:lpstr>Arial</vt:lpstr>
      <vt:lpstr>Arial Narrow</vt:lpstr>
      <vt:lpstr>Calibri</vt:lpstr>
      <vt:lpstr>Calibri Light</vt:lpstr>
      <vt:lpstr>Helvetica Neue</vt:lpstr>
      <vt:lpstr>Impact</vt:lpstr>
      <vt:lpstr>Neo Sans Intel</vt:lpstr>
      <vt:lpstr>Neo Sans Intel Medium</vt:lpstr>
      <vt:lpstr>Wingdings</vt:lpstr>
      <vt:lpstr>Office Theme</vt:lpstr>
      <vt:lpstr>11_Architecture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Duncan</dc:creator>
  <cp:lastModifiedBy>Wilson, Duncan</cp:lastModifiedBy>
  <cp:revision>156</cp:revision>
  <cp:lastPrinted>2025-10-13T08:25:04Z</cp:lastPrinted>
  <dcterms:created xsi:type="dcterms:W3CDTF">2019-01-30T13:25:34Z</dcterms:created>
  <dcterms:modified xsi:type="dcterms:W3CDTF">2025-10-13T08:26:19Z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0x0101001DA3D6F334C1AA408A80486D71036560</vt:lpwstr>
  </property>
  <property fmtid="{D5CDD505-2E9C-101B-9397-08002B2CF9AE}" pid="3" name="MediaServiceImageTags">
    <vt:lpwstr/>
  </property>
</Properties>
</file>