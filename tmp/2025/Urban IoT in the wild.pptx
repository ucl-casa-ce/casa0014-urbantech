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645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7"/>
    <p:restoredTop sz="81837"/>
  </p:normalViewPr>
  <p:slideViewPr>
    <p:cSldViewPr snapToGrid="0" snapToObjects="1" showGuides="1">
      <p:cViewPr varScale="1">
        <p:scale>
          <a:sx n="132" d="100"/>
          <a:sy n="132" d="100"/>
        </p:scale>
        <p:origin x="138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224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7" Type="http://schemas.openxmlformats.org/officeDocument/2006/relationships/viewProps" Target="viewProps.xml"/><Relationship Id="rId2" Type="http://schemas.openxmlformats.org/officeDocument/2006/relationships/theme" Target="theme/theme1.xml"/><Relationship Id="rId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  <a:endParaRPr lang="en-US" dirty="0"/>
          </a:p>
          <a:p>
            <a:r>
              <a:rPr lang="en-US" dirty="0"/>
              <a:t>A photo of the technology in situ with a corresponding map showing where it is.</a:t>
            </a:r>
            <a:endParaRPr lang="en-US" dirty="0"/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  <a:endParaRPr lang="en-US" dirty="0"/>
          </a:p>
          <a:p>
            <a:r>
              <a:rPr lang="en-US" dirty="0"/>
              <a:t>The following geographic data: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  <a:endParaRPr lang="en-US" dirty="0"/>
          </a:p>
          <a:p>
            <a:r>
              <a:rPr lang="en-US" dirty="0"/>
              <a:t>Also add in the names of those submitting this data.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image" Target="../media/image1.jpeg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52" tIns="45679" rIns="91352" bIns="45679" anchorCtr="1"/>
          <a:lstStyle/>
          <a:p>
            <a:pPr marL="225425" indent="-225425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t" anchorCtr="1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6" tIns="45713" rIns="91426" bIns="45713" numCol="1" anchor="t" anchorCtr="0" compatLnSpc="1"/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</a:fld>
            <a:endParaRPr lang="en-GB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59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395" indent="-23939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4pPr>
      <a:lvl5pPr marL="1727200" indent="-22987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5pPr>
      <a:lvl6pPr marL="21844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6pPr>
      <a:lvl7pPr marL="26416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7pPr>
      <a:lvl8pPr marL="30988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8pPr>
      <a:lvl9pPr marL="35560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066" y="141387"/>
            <a:ext cx="4361934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Public Surveillance and Safety Monitoring</a:t>
            </a:r>
            <a:endParaRPr lang="en-US" altLang="zh-CN" sz="24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0065" y="3624233"/>
            <a:ext cx="4361934" cy="10147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51.54503219729111, -0.008665316508736129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Queen Elizabeth Olympic Park, International Wy, London E20 1YY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https://maps.app.goo.gl/z6JYRgSRHhPrTzb38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065" y="1117669"/>
            <a:ext cx="4361934" cy="10147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system is a PTZ (Pan-Tilt-Zoom) CCTV camera unit installed in a public indoor area such as a transport hub or station hall.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continuously captures and records video footage to ensure public safety and situational awareness.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0185" y="2132330"/>
            <a:ext cx="4361815" cy="149034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no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areas are being monitored by this camera?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can access the recorded footage?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long is the video data stored?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is citizens’ privacy protected?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0065" y="4785182"/>
            <a:ext cx="4361934" cy="2451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</a:t>
            </a:r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Yewei Bian Oct 2025</a:t>
            </a:r>
            <a:endParaRPr lang="en-US" sz="1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1265" y="2641600"/>
            <a:ext cx="3619500" cy="2381885"/>
          </a:xfrm>
          <a:prstGeom prst="rect">
            <a:avLst/>
          </a:prstGeom>
        </p:spPr>
      </p:pic>
      <p:pic>
        <p:nvPicPr>
          <p:cNvPr id="5" name="图片 4" descr="IMG_20251009_1012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265" y="0"/>
            <a:ext cx="1993900" cy="26498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D05E5D88-FEE8-4D80-8C19-A3707BE75A06}"/>
</file>

<file path=customXml/itemProps2.xml><?xml version="1.0" encoding="utf-8"?>
<ds:datastoreItem xmlns:ds="http://schemas.openxmlformats.org/officeDocument/2006/customXml" ds:itemID="{C95CA0EB-41A4-4ABE-AD91-06F56E6DEFB3}"/>
</file>

<file path=customXml/itemProps3.xml><?xml version="1.0" encoding="utf-8"?>
<ds:datastoreItem xmlns:ds="http://schemas.openxmlformats.org/officeDocument/2006/customXml" ds:itemID="{2AEA29B0-3087-477A-9790-FE2271F275F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638</Words>
  <Application>WPS 演示</Application>
  <PresentationFormat>On-screen Show (16:9)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Neo Sans Intel Medium</vt:lpstr>
      <vt:lpstr>Neo Sans Intel</vt:lpstr>
      <vt:lpstr>AlienCaret</vt:lpstr>
      <vt:lpstr>Impact</vt:lpstr>
      <vt:lpstr>Helvetica Neue</vt:lpstr>
      <vt:lpstr>微软雅黑</vt:lpstr>
      <vt:lpstr>Arial Unicode MS</vt:lpstr>
      <vt:lpstr>Calibri Light</vt:lpstr>
      <vt:lpstr>Calibri</vt:lpstr>
      <vt:lpstr>等线</vt:lpstr>
      <vt:lpstr>Arial Narrow</vt:lpstr>
      <vt:lpstr>Saturday Sans Regular</vt:lpstr>
      <vt:lpstr>Miss Sweetie</vt:lpstr>
      <vt:lpstr>Office Theme</vt:lpstr>
      <vt:lpstr>11_Architecture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黑人墨水</cp:lastModifiedBy>
  <cp:revision>154</cp:revision>
  <cp:lastPrinted>2019-02-04T10:33:00Z</cp:lastPrinted>
  <dcterms:created xsi:type="dcterms:W3CDTF">2019-01-30T13:25:00Z</dcterms:created>
  <dcterms:modified xsi:type="dcterms:W3CDTF">2025-10-12T20:50:06Z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8D8CC52C8B4E401798496F35323F3F3C_12</vt:lpwstr>
  </property>
  <property fmtid="{D5CDD505-2E9C-101B-9397-08002B2CF9AE}" pid="3" name="KSOProductBuildVer">
    <vt:lpwstr>2052-12.1.0.22529</vt:lpwstr>
  </property>
  <property fmtid="{D5CDD505-2E9C-101B-9397-08002B2CF9AE}" pid="4" name="ContentTypeId">
    <vt:lpwstr>0x0101001DA3D6F334C1AA408A80486D71036560</vt:lpwstr>
  </property>
</Properties>
</file>