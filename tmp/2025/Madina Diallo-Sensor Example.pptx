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4"/>
  </p:notesMasterIdLst>
  <p:sldIdLst>
    <p:sldId id="645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752" autoAdjust="0"/>
  </p:normalViewPr>
  <p:slideViewPr>
    <p:cSldViewPr snapToGrid="0" snapToObjects="1" showGuides="1">
      <p:cViewPr varScale="1">
        <p:scale>
          <a:sx n="69" d="100"/>
          <a:sy n="69" d="100"/>
        </p:scale>
        <p:origin x="114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12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2.xml"/><Relationship Id="rId5" Type="http://schemas.openxmlformats.org/officeDocument/2006/relationships/presProps" Target="presProps.xml"/><Relationship Id="rId10" Type="http://schemas.openxmlformats.org/officeDocument/2006/relationships/customXml" Target="../customXml/item1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ina Diallo" userId="3a9db147199ef3d7" providerId="LiveId" clId="{04B4874A-348E-46E0-B035-E5575D730881}"/>
    <pc:docChg chg="modSld">
      <pc:chgData name="Madina Diallo" userId="3a9db147199ef3d7" providerId="LiveId" clId="{04B4874A-348E-46E0-B035-E5575D730881}" dt="2025-10-09T22:59:44.237" v="4" actId="22"/>
      <pc:docMkLst>
        <pc:docMk/>
      </pc:docMkLst>
      <pc:sldChg chg="addSp modSp mod">
        <pc:chgData name="Madina Diallo" userId="3a9db147199ef3d7" providerId="LiveId" clId="{04B4874A-348E-46E0-B035-E5575D730881}" dt="2025-10-09T22:59:44.237" v="4" actId="22"/>
        <pc:sldMkLst>
          <pc:docMk/>
          <pc:sldMk cId="2306324080" sldId="645"/>
        </pc:sldMkLst>
        <pc:spChg chg="mod">
          <ac:chgData name="Madina Diallo" userId="3a9db147199ef3d7" providerId="LiveId" clId="{04B4874A-348E-46E0-B035-E5575D730881}" dt="2025-10-09T22:59:34.091" v="3" actId="20577"/>
          <ac:spMkLst>
            <pc:docMk/>
            <pc:sldMk cId="2306324080" sldId="645"/>
            <ac:spMk id="7" creationId="{038D0D26-F103-4244-B7AF-52B9210D6880}"/>
          </ac:spMkLst>
        </pc:spChg>
        <pc:spChg chg="mod">
          <ac:chgData name="Madina Diallo" userId="3a9db147199ef3d7" providerId="LiveId" clId="{04B4874A-348E-46E0-B035-E5575D730881}" dt="2025-10-09T22:58:53.766" v="0" actId="20577"/>
          <ac:spMkLst>
            <pc:docMk/>
            <pc:sldMk cId="2306324080" sldId="645"/>
            <ac:spMk id="9" creationId="{C832AC85-6A60-7444-B9C9-6A476A88DC84}"/>
          </ac:spMkLst>
        </pc:spChg>
        <pc:spChg chg="add">
          <ac:chgData name="Madina Diallo" userId="3a9db147199ef3d7" providerId="LiveId" clId="{04B4874A-348E-46E0-B035-E5575D730881}" dt="2025-10-09T22:59:44.237" v="4" actId="22"/>
          <ac:spMkLst>
            <pc:docMk/>
            <pc:sldMk cId="2306324080" sldId="645"/>
            <ac:spMk id="16" creationId="{25B3B30F-9A3D-53FC-1A08-24E11F3406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34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87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7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59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45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32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18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04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091" algn="l" defTabSz="685772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3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4" indent="0" algn="ctr">
              <a:buNone/>
              <a:defRPr sz="1200"/>
            </a:lvl4pPr>
            <a:lvl5pPr marL="1371539" indent="0" algn="ctr">
              <a:buNone/>
              <a:defRPr sz="1200"/>
            </a:lvl5pPr>
            <a:lvl6pPr marL="1714424" indent="0" algn="ctr">
              <a:buNone/>
              <a:defRPr sz="1200"/>
            </a:lvl6pPr>
            <a:lvl7pPr marL="2057308" indent="0" algn="ctr">
              <a:buNone/>
              <a:defRPr sz="1200"/>
            </a:lvl7pPr>
            <a:lvl8pPr marL="2400192" indent="0" algn="ctr">
              <a:buNone/>
              <a:defRPr sz="1200"/>
            </a:lvl8pPr>
            <a:lvl9pPr marL="2743078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69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0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7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1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4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70" indent="0">
              <a:buNone/>
              <a:defRPr sz="1350" b="1"/>
            </a:lvl3pPr>
            <a:lvl4pPr marL="1028654" indent="0">
              <a:buNone/>
              <a:defRPr sz="1200" b="1"/>
            </a:lvl4pPr>
            <a:lvl5pPr marL="1371539" indent="0">
              <a:buNone/>
              <a:defRPr sz="1200" b="1"/>
            </a:lvl5pPr>
            <a:lvl6pPr marL="1714424" indent="0">
              <a:buNone/>
              <a:defRPr sz="1200" b="1"/>
            </a:lvl6pPr>
            <a:lvl7pPr marL="2057308" indent="0">
              <a:buNone/>
              <a:defRPr sz="1200" b="1"/>
            </a:lvl7pPr>
            <a:lvl8pPr marL="2400192" indent="0">
              <a:buNone/>
              <a:defRPr sz="1200" b="1"/>
            </a:lvl8pPr>
            <a:lvl9pPr marL="2743078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8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59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3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70" indent="0">
              <a:buNone/>
              <a:defRPr sz="1800"/>
            </a:lvl3pPr>
            <a:lvl4pPr marL="1028654" indent="0">
              <a:buNone/>
              <a:defRPr sz="1500"/>
            </a:lvl4pPr>
            <a:lvl5pPr marL="1371539" indent="0">
              <a:buNone/>
              <a:defRPr sz="1500"/>
            </a:lvl5pPr>
            <a:lvl6pPr marL="1714424" indent="0">
              <a:buNone/>
              <a:defRPr sz="1500"/>
            </a:lvl6pPr>
            <a:lvl7pPr marL="2057308" indent="0">
              <a:buNone/>
              <a:defRPr sz="1500"/>
            </a:lvl7pPr>
            <a:lvl8pPr marL="2400192" indent="0">
              <a:buNone/>
              <a:defRPr sz="1500"/>
            </a:lvl8pPr>
            <a:lvl9pPr marL="2743078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70" indent="0">
              <a:buNone/>
              <a:defRPr sz="900"/>
            </a:lvl3pPr>
            <a:lvl4pPr marL="1028654" indent="0">
              <a:buNone/>
              <a:defRPr sz="750"/>
            </a:lvl4pPr>
            <a:lvl5pPr marL="1371539" indent="0">
              <a:buNone/>
              <a:defRPr sz="750"/>
            </a:lvl5pPr>
            <a:lvl6pPr marL="1714424" indent="0">
              <a:buNone/>
              <a:defRPr sz="750"/>
            </a:lvl6pPr>
            <a:lvl7pPr marL="2057308" indent="0">
              <a:buNone/>
              <a:defRPr sz="750"/>
            </a:lvl7pPr>
            <a:lvl8pPr marL="2400192" indent="0">
              <a:buNone/>
              <a:defRPr sz="750"/>
            </a:lvl8pPr>
            <a:lvl9pPr marL="2743078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77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2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33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34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910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90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09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0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7297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32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30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204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192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258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7571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3144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73991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70850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76657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7875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222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0757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35465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9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7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6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6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5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0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9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4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0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2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78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352" tIns="45679" rIns="91352" bIns="45679" anchorCtr="1"/>
          <a:lstStyle/>
          <a:p>
            <a:pPr marL="225414" indent="-225414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1" tIns="45711" rIns="91421" bIns="45711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19759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5pPr>
      <a:lvl6pPr marL="457177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6pPr>
      <a:lvl7pPr marL="914354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7pPr>
      <a:lvl8pPr marL="1371532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8pPr>
      <a:lvl9pPr marL="1828709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itchFamily="34" charset="0"/>
          <a:cs typeface="Arial" charset="0"/>
        </a:defRPr>
      </a:lvl9pPr>
    </p:titleStyle>
    <p:bodyStyle>
      <a:lvl1pPr marL="22541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885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354" indent="-225414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644" indent="-239701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cs typeface="+mn-cs"/>
        </a:defRPr>
      </a:lvl4pPr>
      <a:lvl5pPr marL="1727114" indent="-230177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5pPr>
      <a:lvl6pPr marL="2184291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6pPr>
      <a:lvl7pPr marL="2641468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7pPr>
      <a:lvl8pPr marL="3098645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8pPr>
      <a:lvl9pPr marL="3555822" indent="-230177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KpkbJ7zc7h7Darar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rutlanduk.co.uk/westfield-stratford-city-shopping-centre-ts-920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FFDD6-79A0-364B-8297-A7E69B3C13B6}"/>
              </a:ext>
            </a:extLst>
          </p:cNvPr>
          <p:cNvSpPr txBox="1"/>
          <p:nvPr/>
        </p:nvSpPr>
        <p:spPr>
          <a:xfrm>
            <a:off x="127919" y="31401"/>
            <a:ext cx="414026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Motion Sensor</a:t>
            </a:r>
            <a:endParaRPr lang="en-US" sz="20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D0D26-F103-4244-B7AF-52B9210D6880}"/>
              </a:ext>
            </a:extLst>
          </p:cNvPr>
          <p:cNvSpPr/>
          <p:nvPr/>
        </p:nvSpPr>
        <p:spPr>
          <a:xfrm>
            <a:off x="127918" y="4070350"/>
            <a:ext cx="5397574" cy="6924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300" b="1" u="sng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</a:p>
          <a:p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Unit 101,Westfield Stratford City, Ground Floor, E20 1EP </a:t>
            </a:r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3"/>
              </a:rPr>
              <a:t>https://maps.app.goo.gl/KpkbJ7zc7h7Darar9</a:t>
            </a:r>
            <a:endParaRPr lang="en-GB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5FF6A-007A-EC4E-98EE-84D81F5CEBB5}"/>
              </a:ext>
            </a:extLst>
          </p:cNvPr>
          <p:cNvSpPr txBox="1"/>
          <p:nvPr/>
        </p:nvSpPr>
        <p:spPr>
          <a:xfrm>
            <a:off x="127918" y="380653"/>
            <a:ext cx="5397574" cy="249299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black device above the glass door in the picture, located in Stratford Westfield shopping centre, is a motion sensor used to automatically open sliding doors and continuously scans the area below it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it detects movement or a change in infrared energy (from a person approaching), it sends a signal to the door’s control system. The doors then open automatically and close after a short delay when no motion is detected.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provides hands-free access and improves accessibility and hygiene. 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hlinkClick r:id="rId4"/>
            </a:endParaRPr>
          </a:p>
          <a:p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hlinkClick r:id="rId4"/>
            </a:endParaRPr>
          </a:p>
          <a:p>
            <a:r>
              <a:rPr lang="en-US" sz="13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4"/>
              </a:rPr>
              <a:t>https://rutlanduk.co.uk/westfield-stratford-city-shopping-centre-ts-9205/</a:t>
            </a:r>
            <a:endParaRPr lang="en-US" sz="13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32AC85-6A60-7444-B9C9-6A476A88DC84}"/>
              </a:ext>
            </a:extLst>
          </p:cNvPr>
          <p:cNvSpPr/>
          <p:nvPr/>
        </p:nvSpPr>
        <p:spPr>
          <a:xfrm>
            <a:off x="127918" y="2920070"/>
            <a:ext cx="5397574" cy="10926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300" b="1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Has this sensor ever had false activations or failures? If so, how are these issues handled?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this sensor/door system integrated with safety protocols like: in fire mode, lockdown mode, or for crowd control?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48F65-DEB8-A849-84C7-87FBEADF1CA1}"/>
              </a:ext>
            </a:extLst>
          </p:cNvPr>
          <p:cNvSpPr/>
          <p:nvPr/>
        </p:nvSpPr>
        <p:spPr>
          <a:xfrm>
            <a:off x="127919" y="4809274"/>
            <a:ext cx="5397573" cy="2923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3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</a:t>
            </a:r>
            <a:r>
              <a:rPr lang="en-US" sz="1300" b="1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en-US" sz="1300" b="1" dirty="0">
                <a:solidFill>
                  <a:srgbClr val="0070C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Madina Diallo Oct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1D40D0-5057-552E-778C-916BBB29C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860" y="380653"/>
            <a:ext cx="3439218" cy="2492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84737C-6C5F-5A87-E5E9-90E9244D0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860" y="2920070"/>
            <a:ext cx="3439218" cy="21815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B3B30F-9A3D-53FC-1A08-24E11F340673}"/>
              </a:ext>
            </a:extLst>
          </p:cNvPr>
          <p:cNvSpPr txBox="1"/>
          <p:nvPr/>
        </p:nvSpPr>
        <p:spPr>
          <a:xfrm>
            <a:off x="2286000" y="1838189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provide links to trusted websites that talks about the motion door sensors in </a:t>
            </a:r>
            <a:r>
              <a:rPr lang="en-GB" dirty="0" err="1"/>
              <a:t>westfield</a:t>
            </a:r>
            <a:r>
              <a:rPr lang="en-GB" dirty="0"/>
              <a:t> </a:t>
            </a:r>
            <a:r>
              <a:rPr lang="en-GB" dirty="0" err="1"/>
              <a:t>stratford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632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0B323D40-1C4A-43C3-9518-C82AEF14F5A3}"/>
</file>

<file path=customXml/itemProps2.xml><?xml version="1.0" encoding="utf-8"?>
<ds:datastoreItem xmlns:ds="http://schemas.openxmlformats.org/officeDocument/2006/customXml" ds:itemID="{0823FBFF-E840-412E-A761-F3EE3E1A517F}"/>
</file>

<file path=customXml/itemProps3.xml><?xml version="1.0" encoding="utf-8"?>
<ds:datastoreItem xmlns:ds="http://schemas.openxmlformats.org/officeDocument/2006/customXml" ds:itemID="{2EDD06EA-065A-4725-A6D2-FF4A5578549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21210</TotalTime>
  <Words>196</Words>
  <Application>Microsoft Office PowerPoint</Application>
  <PresentationFormat>On-screen Show (16:9)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Arial Narrow</vt:lpstr>
      <vt:lpstr>Calibri</vt:lpstr>
      <vt:lpstr>Calibri Light</vt:lpstr>
      <vt:lpstr>Helvetica Neue</vt:lpstr>
      <vt:lpstr>Impact</vt:lpstr>
      <vt:lpstr>Neo Sans Intel</vt:lpstr>
      <vt:lpstr>Neo Sans Intel Medium</vt:lpstr>
      <vt:lpstr>Wingdings</vt:lpstr>
      <vt:lpstr>Office Theme</vt:lpstr>
      <vt:lpstr>11_Architecture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Madina Diallo</cp:lastModifiedBy>
  <cp:revision>155</cp:revision>
  <cp:lastPrinted>2019-02-04T10:33:17Z</cp:lastPrinted>
  <dcterms:created xsi:type="dcterms:W3CDTF">2019-01-30T13:25:34Z</dcterms:created>
  <dcterms:modified xsi:type="dcterms:W3CDTF">2025-10-09T22:59:47Z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0x0101001DA3D6F334C1AA408A80486D71036560</vt:lpwstr>
  </property>
</Properties>
</file>