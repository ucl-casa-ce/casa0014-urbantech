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645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7"/>
    <p:restoredTop sz="81837"/>
  </p:normalViewPr>
  <p:slideViewPr>
    <p:cSldViewPr snapToGrid="0" snapToObjects="1" showGuides="1">
      <p:cViewPr varScale="1">
        <p:scale>
          <a:sx n="132" d="100"/>
          <a:sy n="132" d="100"/>
        </p:scale>
        <p:origin x="138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224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7" Type="http://schemas.openxmlformats.org/officeDocument/2006/relationships/viewProps" Target="viewProps.xml"/><Relationship Id="rId2" Type="http://schemas.openxmlformats.org/officeDocument/2006/relationships/theme" Target="theme/theme1.xml"/><Relationship Id="rId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  <a:endParaRPr lang="en-US" dirty="0"/>
          </a:p>
          <a:p>
            <a:r>
              <a:rPr lang="en-US" dirty="0"/>
              <a:t>A photo of the technology in situ with a corresponding map showing where it is.</a:t>
            </a:r>
            <a:endParaRPr lang="en-US" dirty="0"/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  <a:endParaRPr lang="en-US" dirty="0"/>
          </a:p>
          <a:p>
            <a:r>
              <a:rPr lang="en-US" dirty="0"/>
              <a:t>The following geographic data: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  <a:endParaRPr lang="en-US" dirty="0"/>
          </a:p>
          <a:p>
            <a:r>
              <a:rPr lang="en-US" dirty="0"/>
              <a:t>Also add in the names of those submitting this data.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image" Target="../media/image1.jpeg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52" tIns="45679" rIns="91352" bIns="45679" anchorCtr="1"/>
          <a:lstStyle/>
          <a:p>
            <a:pPr marL="225425" indent="-225425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t" anchorCtr="1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6" tIns="45713" rIns="91426" bIns="45713" numCol="1" anchor="t" anchorCtr="0" compatLnSpc="1"/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</a:fld>
            <a:endParaRPr lang="en-GB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20204" pitchFamily="34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59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395" indent="-23939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4pPr>
      <a:lvl5pPr marL="1727200" indent="-22987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5pPr>
      <a:lvl6pPr marL="21844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6pPr>
      <a:lvl7pPr marL="26416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7pPr>
      <a:lvl8pPr marL="30988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8pPr>
      <a:lvl9pPr marL="35560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20204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goo.gl/maps/SfTrtjzGEWoUMcCL6" TargetMode="Externa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066" y="141387"/>
            <a:ext cx="4361934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Surveillance Camera</a:t>
            </a:r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and </a:t>
            </a:r>
            <a:b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alt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Environmental</a:t>
            </a:r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r>
              <a:rPr lang="en-US" alt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</a:t>
            </a:r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onitoring.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Picture 3" descr="C:/Users/jrong/Documents/UCL Term1/Intro to IOT/sensor photo.jpgsensor photo"/>
          <p:cNvPicPr>
            <a:picLocks noChangeAspect="1"/>
          </p:cNvPicPr>
          <p:nvPr/>
        </p:nvPicPr>
        <p:blipFill>
          <a:blip r:embed="rId1"/>
          <a:srcRect t="9265" b="9265"/>
          <a:stretch>
            <a:fillRect/>
          </a:stretch>
        </p:blipFill>
        <p:spPr>
          <a:xfrm>
            <a:off x="4935051" y="0"/>
            <a:ext cx="4208948" cy="2571750"/>
          </a:xfrm>
          <a:prstGeom prst="rect">
            <a:avLst/>
          </a:prstGeom>
        </p:spPr>
      </p:pic>
      <p:pic>
        <p:nvPicPr>
          <p:cNvPr id="6" name="Picture 5" descr="C:/Users/jrong/Documents/UCL Term1/Intro to IOT/location of the sensors.pnglocation of the sensors"/>
          <p:cNvPicPr>
            <a:picLocks noChangeAspect="1"/>
          </p:cNvPicPr>
          <p:nvPr/>
        </p:nvPicPr>
        <p:blipFill rotWithShape="1">
          <a:blip r:embed="rId2"/>
          <a:srcRect l="5148" r="5148"/>
          <a:stretch>
            <a:fillRect/>
          </a:stretch>
        </p:blipFill>
        <p:spPr>
          <a:xfrm>
            <a:off x="4935052" y="2571751"/>
            <a:ext cx="4208947" cy="25717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0065" y="3624233"/>
            <a:ext cx="4361934" cy="119888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</a:t>
            </a:r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51.549301, -0.016114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3"/>
              </a:rPr>
              <a:t>Queen Elizabeth Olympic Park, Abercrombie Rd, London E20 3AB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hlinkClick r:id="rId3"/>
            </a:endParaRPr>
          </a:p>
          <a:p>
            <a:r>
              <a:rPr lang="en-US" altLang="zh-CN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https://maps.app.goo.gl/NccuP4hSrwMxKGhQ6</a:t>
            </a:r>
            <a:endParaRPr lang="en-US" altLang="zh-CN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what3words: ///</a:t>
            </a:r>
            <a:r>
              <a:rPr lang="en-GB" sz="12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gladiators.senior.ropes</a:t>
            </a:r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065" y="1117669"/>
            <a:ext cx="4361934" cy="132207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Solar Panel (top) – provides renewable power to the whole sensor node, reducing the need for wired electricity.</a:t>
            </a:r>
            <a:endParaRPr lang="en-US" altLang="zh-CN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LED Lamp (right side) – a high-efficiency streetlight, usually dimmable and possibly controlled remotely.</a:t>
            </a:r>
            <a:endParaRPr lang="en-US" altLang="zh-CN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Dome Camera (bottom right) – a pan-tilt-zoom (PTZ) surveillance camera used for security and crowd monitoring.</a:t>
            </a:r>
            <a:endParaRPr lang="en-US" altLang="zh-CN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altLang="zh-CN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Rectangular Box Sensors (middle and bottom left) – these are likely environmental or communication modules</a:t>
            </a:r>
            <a:endParaRPr lang="en-US" altLang="zh-CN" sz="1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0065" y="2647950"/>
            <a:ext cx="4361934" cy="82994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  <a:endParaRPr lang="en-US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was the air quality like when you visited? </a:t>
            </a:r>
            <a:endParaRPr lang="en-US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was the sunlight that day?</a:t>
            </a:r>
            <a:endParaRPr lang="en-US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many people are there that day?</a:t>
            </a:r>
            <a:endParaRPr lang="en-US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0065" y="4785182"/>
            <a:ext cx="4361934" cy="2451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Junrong Wang Oct 2025</a:t>
            </a:r>
            <a:endParaRPr lang="en-US" sz="1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A93A3387-FC8C-434E-B204-6E52A31FCF47}"/>
</file>

<file path=customXml/itemProps2.xml><?xml version="1.0" encoding="utf-8"?>
<ds:datastoreItem xmlns:ds="http://schemas.openxmlformats.org/officeDocument/2006/customXml" ds:itemID="{668E49B9-F2C8-4F84-852D-C0B1A3C9E33A}"/>
</file>

<file path=customXml/itemProps3.xml><?xml version="1.0" encoding="utf-8"?>
<ds:datastoreItem xmlns:ds="http://schemas.openxmlformats.org/officeDocument/2006/customXml" ds:itemID="{E9333ECB-0391-42AD-AEDC-FB471E33ED9C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831</Words>
  <Application>WPS 演示</Application>
  <PresentationFormat>On-screen Show (16:9)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SimSun</vt:lpstr>
      <vt:lpstr>Wingdings</vt:lpstr>
      <vt:lpstr>Neo Sans Intel Medium</vt:lpstr>
      <vt:lpstr>Neo Sans Intel</vt:lpstr>
      <vt:lpstr>Perfect DOS VGA 437</vt:lpstr>
      <vt:lpstr>Impact</vt:lpstr>
      <vt:lpstr>Helvetica Neue</vt:lpstr>
      <vt:lpstr>Microsoft YaHei</vt:lpstr>
      <vt:lpstr>Arial Unicode MS</vt:lpstr>
      <vt:lpstr>Calibri Light</vt:lpstr>
      <vt:lpstr>Calibri</vt:lpstr>
      <vt:lpstr>DengXian</vt:lpstr>
      <vt:lpstr>Office Theme</vt:lpstr>
      <vt:lpstr>11_Architecture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阿里巴巴</cp:lastModifiedBy>
  <cp:revision>155</cp:revision>
  <cp:lastPrinted>2019-02-04T10:33:00Z</cp:lastPrinted>
  <dcterms:created xsi:type="dcterms:W3CDTF">2019-01-30T13:25:00Z</dcterms:created>
  <dcterms:modified xsi:type="dcterms:W3CDTF">2025-10-10T20:02:32Z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F047C7F916B743229BF1B7CE57FAD607_12</vt:lpwstr>
  </property>
  <property fmtid="{D5CDD505-2E9C-101B-9397-08002B2CF9AE}" pid="3" name="KSOProductBuildVer">
    <vt:lpwstr>2052-12.1.0.22525</vt:lpwstr>
  </property>
  <property fmtid="{D5CDD505-2E9C-101B-9397-08002B2CF9AE}" pid="4" name="ContentTypeId">
    <vt:lpwstr>0x0101001DA3D6F334C1AA408A80486D71036560</vt:lpwstr>
  </property>
</Properties>
</file>