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645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32" d="100"/>
          <a:sy n="132" d="100"/>
        </p:scale>
        <p:origin x="1384" y="168"/>
      </p:cViewPr>
      <p:guideLst>
        <p:guide orient="horz" pos="1620"/>
        <p:guide pos="2919"/>
      </p:guideLst>
    </p:cSldViewPr>
  </p:slideViewPr>
  <p:notesTextViewPr>
    <p:cViewPr>
      <p:scale>
        <a:sx n="1" d="1"/>
        <a:sy n="1" d="1"/>
      </p:scale>
      <p:origin x="0" y="-224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viewProps" Target="viewProps.xml"/><Relationship Id="rId2" Type="http://schemas.openxmlformats.org/officeDocument/2006/relationships/theme" Target="theme/theme1.xml"/><Relationship Id="rId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  <a:endParaRPr lang="en-US" dirty="0"/>
          </a:p>
          <a:p>
            <a:r>
              <a:rPr lang="en-US" dirty="0"/>
              <a:t>A photo of the technology in situ with a corresponding map showing where it is.</a:t>
            </a:r>
            <a:endParaRPr lang="en-US" dirty="0"/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  <a:endParaRPr lang="en-US" dirty="0"/>
          </a:p>
          <a:p>
            <a:r>
              <a:rPr lang="en-US" dirty="0"/>
              <a:t>The following geographic data: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  <a:endParaRPr lang="en-US" dirty="0"/>
          </a:p>
          <a:p>
            <a:r>
              <a:rPr lang="en-US" dirty="0"/>
              <a:t>Also add in the names of those submitting this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52" tIns="45679" rIns="91352" bIns="45679" anchorCtr="1"/>
          <a:lstStyle/>
          <a:p>
            <a:pPr marL="225425" indent="-225425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t" anchorCtr="1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6" tIns="45713" rIns="91426" bIns="45713" numCol="1" anchor="t" anchorCtr="0" compatLnSpc="1"/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</a:fld>
            <a:endParaRPr lang="en-GB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59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395" indent="-23939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4pPr>
      <a:lvl5pPr marL="1727200" indent="-22987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5pPr>
      <a:lvl6pPr marL="21844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6pPr>
      <a:lvl7pPr marL="26416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7pPr>
      <a:lvl8pPr marL="30988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8pPr>
      <a:lvl9pPr marL="35560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185" y="141605"/>
            <a:ext cx="4361815" cy="9772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little white box may be 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wireless</a:t>
            </a:r>
            <a:r>
              <a:rPr lang="en-US" alt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transmitter</a:t>
            </a:r>
            <a:r>
              <a:rPr lang="en-US" alt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receiver</a:t>
            </a:r>
            <a:r>
              <a:rPr lang="en-US" alt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or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data</a:t>
            </a:r>
            <a:r>
              <a:rPr lang="en-US" alt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20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collection unit</a:t>
            </a:r>
            <a:endParaRPr lang="en-GB" sz="20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065" y="3624233"/>
            <a:ext cx="4361934" cy="10147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51.542283, -0.008425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61 Westfield Ave, London E20 1EH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https://maps.app.goo.gl/ZbMScXawqYkUeG478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065" y="1117669"/>
            <a:ext cx="4361934" cy="11988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little white box may be use to 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gathering environmental data or serving as a communication hub. it may used to support the operation and connectivity of cameras or other sensors like environmental sensor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 sensor that used to count population of this street, or it is used as a wifi connection. 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700" y="2495550"/>
            <a:ext cx="4361934" cy="10147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what’s the real function of this vehicle.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Why is such a device set up here?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is its power supply method? Is it battery-powered, solar-powered or connected to a cable?</a:t>
            </a:r>
            <a:endParaRPr lang="en-US" altLang="zh-CN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065" y="4785182"/>
            <a:ext cx="4361934" cy="245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Jiahua He Oct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230" y="602615"/>
            <a:ext cx="1991995" cy="44284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820" y="601345"/>
            <a:ext cx="2456180" cy="4429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5B0A2ACE-FA9F-4970-B446-D587909E642C}"/>
</file>

<file path=customXml/itemProps2.xml><?xml version="1.0" encoding="utf-8"?>
<ds:datastoreItem xmlns:ds="http://schemas.openxmlformats.org/officeDocument/2006/customXml" ds:itemID="{D22A664E-D575-42D0-91A0-DA738A18B711}"/>
</file>

<file path=customXml/itemProps3.xml><?xml version="1.0" encoding="utf-8"?>
<ds:datastoreItem xmlns:ds="http://schemas.openxmlformats.org/officeDocument/2006/customXml" ds:itemID="{3C3E8C78-F9B3-4B3C-BF8D-AD055A8A14E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719</Words>
  <Application>WPS 演示</Application>
  <PresentationFormat>On-screen Show (16:9)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Neo Sans Intel Medium</vt:lpstr>
      <vt:lpstr>Neo Sans Intel</vt:lpstr>
      <vt:lpstr>Segoe Print</vt:lpstr>
      <vt:lpstr>Impact</vt:lpstr>
      <vt:lpstr>Helvetica Neue</vt:lpstr>
      <vt:lpstr>微软雅黑</vt:lpstr>
      <vt:lpstr>Arial Unicode MS</vt:lpstr>
      <vt:lpstr>Calibri Light</vt:lpstr>
      <vt:lpstr>Calibri</vt:lpstr>
      <vt:lpstr>等线</vt:lpstr>
      <vt:lpstr>Office Theme</vt:lpstr>
      <vt:lpstr>11_Architecture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风斩冰华</cp:lastModifiedBy>
  <cp:revision>154</cp:revision>
  <cp:lastPrinted>2019-02-04T10:33:00Z</cp:lastPrinted>
  <dcterms:created xsi:type="dcterms:W3CDTF">2019-01-30T13:25:00Z</dcterms:created>
  <dcterms:modified xsi:type="dcterms:W3CDTF">2025-10-08T13:08:34Z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4C017ED05E2D4873B327F5625B13F0EB_12</vt:lpwstr>
  </property>
  <property fmtid="{D5CDD505-2E9C-101B-9397-08002B2CF9AE}" pid="3" name="KSOProductBuildVer">
    <vt:lpwstr>2052-12.1.0.22529</vt:lpwstr>
  </property>
  <property fmtid="{D5CDD505-2E9C-101B-9397-08002B2CF9AE}" pid="4" name="ContentTypeId">
    <vt:lpwstr>0x0101001DA3D6F334C1AA408A80486D71036560</vt:lpwstr>
  </property>
</Properties>
</file>