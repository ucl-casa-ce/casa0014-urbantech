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645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76212E9-16B5-D64B-A804-FE4488C6BA69}">
          <p14:sldIdLst>
            <p14:sldId id="6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47"/>
    <p:restoredTop sz="81837"/>
  </p:normalViewPr>
  <p:slideViewPr>
    <p:cSldViewPr snapToGrid="0" snapToObjects="1" showGuides="1">
      <p:cViewPr varScale="1">
        <p:scale>
          <a:sx n="132" d="100"/>
          <a:sy n="132" d="100"/>
        </p:scale>
        <p:origin x="1384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-224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7" Type="http://schemas.openxmlformats.org/officeDocument/2006/relationships/viewProps" Target="viewProps.xml"/><Relationship Id="rId2" Type="http://schemas.openxmlformats.org/officeDocument/2006/relationships/theme" Target="theme/theme1.xml"/><Relationship Id="rId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customXml" Target="../customXml/item3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27553-E92D-E641-8EAC-5FB8816F46C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title and a couple of sentences describing the technology and possibly linking to further information online.</a:t>
            </a:r>
            <a:endParaRPr lang="en-US" dirty="0"/>
          </a:p>
          <a:p>
            <a:r>
              <a:rPr lang="en-US" dirty="0"/>
              <a:t>A photo of the technology in situ with a corresponding map showing where it is.</a:t>
            </a:r>
            <a:endParaRPr lang="en-US" dirty="0"/>
          </a:p>
          <a:p>
            <a:r>
              <a:rPr lang="en-US" dirty="0"/>
              <a:t>2 or 3 questions that you might ask when you are in situ at the site of the technology to engage others in a discussion about that technology</a:t>
            </a:r>
            <a:endParaRPr lang="en-US" dirty="0"/>
          </a:p>
          <a:p>
            <a:r>
              <a:rPr lang="en-US" dirty="0"/>
              <a:t>The following geographic data: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Lat Long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Street Address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Google maps link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What3words location</a:t>
            </a:r>
            <a:endParaRPr lang="en-US" dirty="0"/>
          </a:p>
          <a:p>
            <a:r>
              <a:rPr lang="en-US" dirty="0"/>
              <a:t>Also add in the names of those submitting this data.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58CAC4-B1A4-5A41-96C6-27A5F45FE6EA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7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9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1878809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2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3847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273847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031FD1-127D-412B-A7FA-FEF8F0C8AB1D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12D53D-39E1-4231-BA24-E157ABA8ECC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DEBF1-8136-42C6-9FF3-0B14050AE32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05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1341"/>
            <a:ext cx="4305300" cy="33932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DE68A2-00D0-472A-A9D8-FF42D58E49D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810F1-F0FC-48A2-9F4E-96172F26CA38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52C491-01D7-4FB3-BDB2-1DAE90FB3F39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9DE526-BA90-4DB1-A7A3-BD72570A4977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1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81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1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B80167-8A7A-4FB6-8D44-EB04D54B07F6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lIns="91431" tIns="45716" rIns="91431" bIns="45716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2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B3AD-9740-4D17-9F9C-3D5E43BA6B51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B483E-E478-4817-A116-EA086DE40F5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73819"/>
            <a:ext cx="2190750" cy="45208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" y="73819"/>
            <a:ext cx="6419850" cy="45208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831AE7-8258-4BD0-BA99-669542605E95}" type="slidenum">
              <a:rPr lang="en-GB"/>
            </a:fld>
            <a:endParaRPr lang="en-GB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3" Type="http://schemas.openxmlformats.org/officeDocument/2006/relationships/theme" Target="../theme/theme2.xml"/><Relationship Id="rId22" Type="http://schemas.openxmlformats.org/officeDocument/2006/relationships/image" Target="../media/image1.jpeg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FCEBF-36FC-6841-BB73-A86EEE8F38F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98E6A-451C-4745-A48F-0736EED56A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22" cstate="screen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65171" y="285768"/>
            <a:ext cx="8410575" cy="9929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988" tIns="45996" rIns="91988" bIns="45996" anchor="ctr" anchorCtr="1"/>
          <a:lstStyle/>
          <a:p>
            <a:pPr algn="ctr" defTabSz="91440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3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 Medium" pitchFamily="34" charset="0"/>
            </a:endParaRPr>
          </a:p>
        </p:txBody>
      </p:sp>
      <p:sp>
        <p:nvSpPr>
          <p:cNvPr id="249859" name="Rectangle 3"/>
          <p:cNvSpPr>
            <a:spLocks noChangeArrowheads="1"/>
          </p:cNvSpPr>
          <p:nvPr/>
        </p:nvSpPr>
        <p:spPr bwMode="auto">
          <a:xfrm>
            <a:off x="368346" y="1345428"/>
            <a:ext cx="8405813" cy="31265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1352" tIns="45679" rIns="91352" bIns="45679" anchorCtr="1"/>
          <a:lstStyle/>
          <a:p>
            <a:pPr marL="225425" indent="-225425" defTabSz="914400" fontAlgn="base">
              <a:lnSpc>
                <a:spcPct val="95000"/>
              </a:lnSpc>
              <a:spcBef>
                <a:spcPct val="30000"/>
              </a:spcBef>
              <a:spcAft>
                <a:spcPct val="0"/>
              </a:spcAft>
              <a:buClr>
                <a:srgbClr val="FFFFFF"/>
              </a:buClr>
              <a:buFont typeface="Wingdings" panose="05000000000000000000" pitchFamily="2" charset="2"/>
              <a:buChar char=""/>
              <a:defRPr/>
            </a:pPr>
            <a:endParaRPr lang="en-US" sz="22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Neo Sans Intel" pitchFamily="34" charset="0"/>
            </a:endParaRP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190500" y="73821"/>
            <a:ext cx="8763000" cy="54054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70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1201341"/>
            <a:ext cx="8763000" cy="339328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1" tIns="45711" rIns="91421" bIns="45711" numCol="1" anchor="t" anchorCtr="1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26" tIns="45713" rIns="91426" bIns="45713" numCol="1" anchor="t" anchorCtr="0" compatLnSpc="1"/>
          <a:lstStyle>
            <a:lvl1pPr algn="r" eaLnBrk="1" hangingPunct="1">
              <a:lnSpc>
                <a:spcPct val="90000"/>
              </a:lnSpc>
              <a:defRPr sz="1400">
                <a:solidFill>
                  <a:srgbClr val="FFFFFF"/>
                </a:solidFill>
                <a:latin typeface="Neo Sans Intel" pitchFamily="34" charset="0"/>
                <a:cs typeface="+mn-cs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AAEF065-5923-45A4-A45E-60FACC01E102}" type="slidenum">
              <a:rPr lang="en-GB"/>
            </a:fld>
            <a:endParaRPr lang="en-GB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ransition>
    <p:fade/>
  </p:transition>
  <p:hf hdr="0" ft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90204" pitchFamily="34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90204" pitchFamily="34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90204" pitchFamily="34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90204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90204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90204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90204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Impact" panose="020B0806030902050204" pitchFamily="34" charset="0"/>
          <a:cs typeface="Arial" panose="020B0604020202090204" pitchFamily="34" charset="0"/>
        </a:defRPr>
      </a:lvl9pPr>
    </p:titleStyle>
    <p:bodyStyle>
      <a:lvl1pPr marL="22542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"/>
        <a:defRPr sz="2200">
          <a:solidFill>
            <a:srgbClr val="FFFFFF"/>
          </a:solidFill>
          <a:latin typeface="+mn-lt"/>
          <a:ea typeface="+mn-ea"/>
          <a:cs typeface="+mn-cs"/>
        </a:defRPr>
      </a:lvl1pPr>
      <a:lvl2pPr marL="569595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eaLnBrk="0" fontAlgn="base" hangingPunct="0">
        <a:lnSpc>
          <a:spcPct val="95000"/>
        </a:lnSpc>
        <a:spcBef>
          <a:spcPct val="30000"/>
        </a:spcBef>
        <a:spcAft>
          <a:spcPct val="0"/>
        </a:spcAft>
        <a:buClr>
          <a:schemeClr val="tx1"/>
        </a:buClr>
        <a:buChar char="–"/>
        <a:defRPr>
          <a:solidFill>
            <a:srgbClr val="FFFFFF"/>
          </a:solidFill>
          <a:latin typeface="+mn-lt"/>
          <a:cs typeface="+mn-cs"/>
        </a:defRPr>
      </a:lvl3pPr>
      <a:lvl4pPr marL="1382395" indent="-23939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90204" pitchFamily="34" charset="0"/>
          <a:cs typeface="+mn-cs"/>
        </a:defRPr>
      </a:lvl4pPr>
      <a:lvl5pPr marL="1727200" indent="-22987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90204" pitchFamily="34" charset="0"/>
          <a:cs typeface="+mn-cs"/>
        </a:defRPr>
      </a:lvl5pPr>
      <a:lvl6pPr marL="21844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90204" pitchFamily="34" charset="0"/>
          <a:cs typeface="+mn-cs"/>
        </a:defRPr>
      </a:lvl6pPr>
      <a:lvl7pPr marL="26416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90204" pitchFamily="34" charset="0"/>
          <a:cs typeface="+mn-cs"/>
        </a:defRPr>
      </a:lvl7pPr>
      <a:lvl8pPr marL="30988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90204" pitchFamily="34" charset="0"/>
          <a:cs typeface="+mn-cs"/>
        </a:defRPr>
      </a:lvl8pPr>
      <a:lvl9pPr marL="3556000" indent="-22987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anose="020B0604020202090204" pitchFamily="34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2.jpeg"/><Relationship Id="rId2" Type="http://schemas.openxmlformats.org/officeDocument/2006/relationships/tags" Target="../tags/tag1.xml"/><Relationship Id="rId1" Type="http://schemas.openxmlformats.org/officeDocument/2006/relationships/hyperlink" Target="https://goo.gl/maps/SfTrtjzGEWoUMcCL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0066" y="141387"/>
            <a:ext cx="4361934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24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Smart Park Connectivity – SPARK® Wi-Fi.</a:t>
            </a:r>
            <a:endParaRPr lang="en-US" sz="1600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0065" y="3624233"/>
            <a:ext cx="4361934" cy="101473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Location info: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@51.537434, −0.009600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One Pool Street, London E20 2AF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  <a:hlinkClick r:id="rId1"/>
              </a:rPr>
              <a:t>https://maps.app.goo.gl/or1ck3rHRSqZwy3F8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GB" sz="120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what3words: ///raced.ranged.refuse</a:t>
            </a:r>
            <a:r>
              <a:rPr lang="en-GB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</a:t>
            </a:r>
            <a:endParaRPr lang="en-GB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065" y="1117669"/>
            <a:ext cx="4361934" cy="138366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This device is part of the digital infrastructure at Queen Elizabeth Olympic Park (QEOP). Using SPARK platform by WIFI SPARK, they provides free public WIFI.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r>
              <a:rPr lang="en-US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Further info: GLA DATA CITY report (WiFi SPARK provides Smart Park connectivity)；SPARK TSL public-WiFi solution for QEOP；G-Cloud service definition.</a:t>
            </a:r>
            <a:endParaRPr lang="en-US" sz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0065" y="2647950"/>
            <a:ext cx="4361934" cy="82994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Questions when visiting site?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data do these SPARK Wi-Fi nodes collect? 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What backhaul does this node use? 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171450" lvl="0" indent="-171450">
              <a:buFont typeface="Arial" panose="020B0604020202090204" pitchFamily="34" charset="0"/>
              <a:buChar char="•"/>
            </a:pPr>
            <a:r>
              <a:rPr lang="en-US" sz="12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Who is this technology for?</a:t>
            </a:r>
            <a:endParaRPr lang="en-US" sz="12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0065" y="4785182"/>
            <a:ext cx="4361934" cy="24511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lvl="0"/>
            <a:r>
              <a:rPr lang="en-US" sz="1000" dirty="0">
                <a:solidFill>
                  <a:prstClr val="black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Submitted: Yidan Gao 2025</a:t>
            </a:r>
            <a:endParaRPr lang="en-US" sz="1000" dirty="0">
              <a:solidFill>
                <a:prstClr val="black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4370" r="40611"/>
          <a:stretch>
            <a:fillRect/>
          </a:stretch>
        </p:blipFill>
        <p:spPr>
          <a:xfrm rot="5400000">
            <a:off x="5773420" y="-436245"/>
            <a:ext cx="2313305" cy="38544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41489" t="30198" r="13457" b="26309"/>
          <a:stretch>
            <a:fillRect/>
          </a:stretch>
        </p:blipFill>
        <p:spPr>
          <a:xfrm>
            <a:off x="5003165" y="2647950"/>
            <a:ext cx="3833495" cy="23133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Architecture">
  <a:themeElements>
    <a:clrScheme name="Custom 5">
      <a:dk1>
        <a:srgbClr val="000000"/>
      </a:dk1>
      <a:lt1>
        <a:srgbClr val="FFFFFF"/>
      </a:lt1>
      <a:dk2>
        <a:srgbClr val="0860A8"/>
      </a:dk2>
      <a:lt2>
        <a:srgbClr val="E6B012"/>
      </a:lt2>
      <a:accent1>
        <a:srgbClr val="009900"/>
      </a:accent1>
      <a:accent2>
        <a:srgbClr val="FF5C00"/>
      </a:accent2>
      <a:accent3>
        <a:srgbClr val="AAB6D1"/>
      </a:accent3>
      <a:accent4>
        <a:srgbClr val="DADADA"/>
      </a:accent4>
      <a:accent5>
        <a:srgbClr val="AACAAA"/>
      </a:accent5>
      <a:accent6>
        <a:srgbClr val="E75300"/>
      </a:accent6>
      <a:hlink>
        <a:srgbClr val="6AADE4"/>
      </a:hlink>
      <a:folHlink>
        <a:srgbClr val="6AADE4"/>
      </a:folHlink>
    </a:clrScheme>
    <a:fontScheme name="9_Architecture">
      <a:majorFont>
        <a:latin typeface="Impact"/>
        <a:ea typeface=""/>
        <a:cs typeface="Arial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9_Architectur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9_Architecture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9_Architecture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DA3D6F334C1AA408A80486D71036560" ma:contentTypeVersion="40" ma:contentTypeDescription="Create a new document." ma:contentTypeScope="" ma:versionID="ec8202aaf45ce3aa4cb6623b88ecbd66">
  <xsd:schema xmlns:xsd="http://www.w3.org/2001/XMLSchema" xmlns:xs="http://www.w3.org/2001/XMLSchema" xmlns:p="http://schemas.microsoft.com/office/2006/metadata/properties" xmlns:ns2="6f45ebe1-19a7-4ef8-a5a4-afb4295ca2e2" xmlns:ns3="9d8807c4-7637-41f1-b738-fb31966e1785" targetNamespace="http://schemas.microsoft.com/office/2006/metadata/properties" ma:root="true" ma:fieldsID="2fbaf2945d784bc85ca5efbbe8374f15" ns2:_="" ns3:_="">
    <xsd:import namespace="6f45ebe1-19a7-4ef8-a5a4-afb4295ca2e2"/>
    <xsd:import namespace="9d8807c4-7637-41f1-b738-fb31966e17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Leaders" minOccurs="0"/>
                <xsd:element ref="ns2:Members" minOccurs="0"/>
                <xsd:element ref="ns2:Member_Groups" minOccurs="0"/>
                <xsd:element ref="ns2:Distribution_Groups" minOccurs="0"/>
                <xsd:element ref="ns2:LMS_Mappings" minOccurs="0"/>
                <xsd:element ref="ns2:Invited_Leaders" minOccurs="0"/>
                <xsd:element ref="ns2:Invited_Members" minOccurs="0"/>
                <xsd:element ref="ns2:Self_Registration_Enabled" minOccurs="0"/>
                <xsd:element ref="ns2:Has_Leaders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5ebe1-19a7-4ef8-a5a4-afb4295ca2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NotebookType" ma:index="20" nillable="true" ma:displayName="Notebook Type" ma:internalName="NotebookType">
      <xsd:simpleType>
        <xsd:restriction base="dms:Text"/>
      </xsd:simpleType>
    </xsd:element>
    <xsd:element name="FolderType" ma:index="21" nillable="true" ma:displayName="Folder Type" ma:internalName="FolderType">
      <xsd:simpleType>
        <xsd:restriction base="dms:Text"/>
      </xsd:simpleType>
    </xsd:element>
    <xsd:element name="CultureName" ma:index="22" nillable="true" ma:displayName="Culture Name" ma:internalName="CultureName">
      <xsd:simpleType>
        <xsd:restriction base="dms:Text"/>
      </xsd:simpleType>
    </xsd:element>
    <xsd:element name="AppVersion" ma:index="23" nillable="true" ma:displayName="App Version" ma:internalName="AppVersion">
      <xsd:simpleType>
        <xsd:restriction base="dms:Text"/>
      </xsd:simpleType>
    </xsd:element>
    <xsd:element name="TeamsChannelId" ma:index="24" nillable="true" ma:displayName="Teams Channel Id" ma:internalName="TeamsChannelId">
      <xsd:simpleType>
        <xsd:restriction base="dms:Text"/>
      </xsd:simpleType>
    </xsd:element>
    <xsd:element name="Owner" ma:index="25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6" nillable="true" ma:displayName="Math Settings" ma:internalName="Math_Settings">
      <xsd:simpleType>
        <xsd:restriction base="dms:Text"/>
      </xsd:simpleType>
    </xsd:element>
    <xsd:element name="DefaultSectionNames" ma:index="27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Leaders" ma:index="29" nillable="true" ma:displayName="Leaders" ma:internalName="Lead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s" ma:index="30" nillable="true" ma:displayName="Members" ma:internalName="Memb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mber_Groups" ma:index="31" nillable="true" ma:displayName="Member Groups" ma:internalName="Member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2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3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Leaders" ma:index="34" nillable="true" ma:displayName="Invited Leaders" ma:internalName="Invited_Leaders">
      <xsd:simpleType>
        <xsd:restriction base="dms:Note">
          <xsd:maxLength value="255"/>
        </xsd:restriction>
      </xsd:simpleType>
    </xsd:element>
    <xsd:element name="Invited_Members" ma:index="35" nillable="true" ma:displayName="Invited Members" ma:internalName="Invited_Members">
      <xsd:simpleType>
        <xsd:restriction base="dms:Note">
          <xsd:maxLength value="255"/>
        </xsd:restriction>
      </xsd:simpleType>
    </xsd:element>
    <xsd:element name="Self_Registration_Enabled" ma:index="36" nillable="true" ma:displayName="Self Registration Enabled" ma:internalName="Self_Registration_Enabled">
      <xsd:simpleType>
        <xsd:restriction base="dms:Boolean"/>
      </xsd:simpleType>
    </xsd:element>
    <xsd:element name="Has_Leaders_Only_SectionGroup" ma:index="37" nillable="true" ma:displayName="Has Leaders Only SectionGroup" ma:internalName="Has_Leaders_Only_SectionGroup">
      <xsd:simpleType>
        <xsd:restriction base="dms:Boolean"/>
      </xsd:simpleType>
    </xsd:element>
    <xsd:element name="Is_Collaboration_Space_Locked" ma:index="38" nillable="true" ma:displayName="Is Collaboration Space Locked" ma:internalName="Is_Collaboration_Space_Locked">
      <xsd:simpleType>
        <xsd:restriction base="dms:Boolean"/>
      </xsd:simpleType>
    </xsd:element>
    <xsd:element name="IsNotebookLocked" ma:index="39" nillable="true" ma:displayName="Is Notebook Locked" ma:internalName="IsNotebookLocked">
      <xsd:simpleType>
        <xsd:restriction base="dms:Boolean"/>
      </xsd:simpleType>
    </xsd:element>
    <xsd:element name="Teams_Channel_Section_Location" ma:index="40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43" nillable="true" ma:taxonomy="true" ma:internalName="lcf76f155ced4ddcb4097134ff3c332f" ma:taxonomyFieldName="MediaServiceImageTags" ma:displayName="Image Tags" ma:readOnly="false" ma:fieldId="{5cf76f15-5ced-4ddc-b409-7134ff3c332f}" ma:taxonomyMulti="true" ma:sspId="579a89b1-2c2c-4f7f-9bd7-7914fb13a0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4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8807c4-7637-41f1-b738-fb31966e17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44" nillable="true" ma:displayName="Taxonomy Catch All Column" ma:hidden="true" ma:list="{8a8f18d3-d3d1-4405-80da-f542c83f6c1b}" ma:internalName="TaxCatchAll" ma:showField="CatchAllData" ma:web="9d8807c4-7637-41f1-b738-fb31966e17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faultSectionNames xmlns="6f45ebe1-19a7-4ef8-a5a4-afb4295ca2e2" xsi:nil="true"/>
    <Is_Collaboration_Space_Locked xmlns="6f45ebe1-19a7-4ef8-a5a4-afb4295ca2e2" xsi:nil="true"/>
    <AppVersion xmlns="6f45ebe1-19a7-4ef8-a5a4-afb4295ca2e2" xsi:nil="true"/>
    <TeamsChannelId xmlns="6f45ebe1-19a7-4ef8-a5a4-afb4295ca2e2" xsi:nil="true"/>
    <Distribution_Groups xmlns="6f45ebe1-19a7-4ef8-a5a4-afb4295ca2e2" xsi:nil="true"/>
    <Templates xmlns="6f45ebe1-19a7-4ef8-a5a4-afb4295ca2e2" xsi:nil="true"/>
    <Teams_Channel_Section_Location xmlns="6f45ebe1-19a7-4ef8-a5a4-afb4295ca2e2" xsi:nil="true"/>
    <Invited_Leaders xmlns="6f45ebe1-19a7-4ef8-a5a4-afb4295ca2e2" xsi:nil="true"/>
    <NotebookType xmlns="6f45ebe1-19a7-4ef8-a5a4-afb4295ca2e2" xsi:nil="true"/>
    <Members xmlns="6f45ebe1-19a7-4ef8-a5a4-afb4295ca2e2">
      <UserInfo>
        <DisplayName/>
        <AccountId xsi:nil="true"/>
        <AccountType/>
      </UserInfo>
    </Members>
    <Invited_Members xmlns="6f45ebe1-19a7-4ef8-a5a4-afb4295ca2e2" xsi:nil="true"/>
    <LMS_Mappings xmlns="6f45ebe1-19a7-4ef8-a5a4-afb4295ca2e2" xsi:nil="true"/>
    <IsNotebookLocked xmlns="6f45ebe1-19a7-4ef8-a5a4-afb4295ca2e2" xsi:nil="true"/>
    <FolderType xmlns="6f45ebe1-19a7-4ef8-a5a4-afb4295ca2e2" xsi:nil="true"/>
    <CultureName xmlns="6f45ebe1-19a7-4ef8-a5a4-afb4295ca2e2" xsi:nil="true"/>
    <Owner xmlns="6f45ebe1-19a7-4ef8-a5a4-afb4295ca2e2">
      <UserInfo>
        <DisplayName/>
        <AccountId xsi:nil="true"/>
        <AccountType/>
      </UserInfo>
    </Owner>
    <Leaders xmlns="6f45ebe1-19a7-4ef8-a5a4-afb4295ca2e2">
      <UserInfo>
        <DisplayName/>
        <AccountId xsi:nil="true"/>
        <AccountType/>
      </UserInfo>
    </Leaders>
    <Math_Settings xmlns="6f45ebe1-19a7-4ef8-a5a4-afb4295ca2e2" xsi:nil="true"/>
    <Has_Leaders_Only_SectionGroup xmlns="6f45ebe1-19a7-4ef8-a5a4-afb4295ca2e2" xsi:nil="true"/>
    <lcf76f155ced4ddcb4097134ff3c332f xmlns="6f45ebe1-19a7-4ef8-a5a4-afb4295ca2e2">
      <Terms xmlns="http://schemas.microsoft.com/office/infopath/2007/PartnerControls"/>
    </lcf76f155ced4ddcb4097134ff3c332f>
    <Member_Groups xmlns="6f45ebe1-19a7-4ef8-a5a4-afb4295ca2e2">
      <UserInfo>
        <DisplayName/>
        <AccountId xsi:nil="true"/>
        <AccountType/>
      </UserInfo>
    </Member_Groups>
    <Self_Registration_Enabled xmlns="6f45ebe1-19a7-4ef8-a5a4-afb4295ca2e2" xsi:nil="true"/>
    <TaxCatchAll xmlns="9d8807c4-7637-41f1-b738-fb31966e1785" xsi:nil="true"/>
  </documentManagement>
</p:properties>
</file>

<file path=customXml/itemProps1.xml><?xml version="1.0" encoding="utf-8"?>
<ds:datastoreItem xmlns:ds="http://schemas.openxmlformats.org/officeDocument/2006/customXml" ds:itemID="{72B2BCD7-0041-4044-BB90-5025785A0DDE}"/>
</file>

<file path=customXml/itemProps2.xml><?xml version="1.0" encoding="utf-8"?>
<ds:datastoreItem xmlns:ds="http://schemas.openxmlformats.org/officeDocument/2006/customXml" ds:itemID="{1912E0E2-BA9A-4995-A37D-665654130D2B}"/>
</file>

<file path=customXml/itemProps3.xml><?xml version="1.0" encoding="utf-8"?>
<ds:datastoreItem xmlns:ds="http://schemas.openxmlformats.org/officeDocument/2006/customXml" ds:itemID="{F17FC1E8-1CF8-42F6-AF16-17C9D331CA7F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648</Words>
  <Application>WPS Presentation</Application>
  <PresentationFormat>On-screen Show (16:9)</PresentationFormat>
  <Paragraphs>19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Neo Sans Intel Medium</vt:lpstr>
      <vt:lpstr>Neo Sans Intel</vt:lpstr>
      <vt:lpstr>苹方-简</vt:lpstr>
      <vt:lpstr>Impact</vt:lpstr>
      <vt:lpstr>Helvetica Neue</vt:lpstr>
      <vt:lpstr>微软雅黑</vt:lpstr>
      <vt:lpstr>汉仪旗黑</vt:lpstr>
      <vt:lpstr>宋体</vt:lpstr>
      <vt:lpstr>Arial Unicode MS</vt:lpstr>
      <vt:lpstr>Calibri Light</vt:lpstr>
      <vt:lpstr>Calibri</vt:lpstr>
      <vt:lpstr>汉仪书宋二KW</vt:lpstr>
      <vt:lpstr>Arial Narrow</vt:lpstr>
      <vt:lpstr>Office Theme</vt:lpstr>
      <vt:lpstr>11_Architecture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Wilson, Duncan</dc:creator>
  <cp:lastModifiedBy>WPS_1602149252</cp:lastModifiedBy>
  <cp:revision>156</cp:revision>
  <cp:lastPrinted>2025-10-08T18:25:16Z</cp:lastPrinted>
  <dcterms:created xsi:type="dcterms:W3CDTF">2025-10-08T18:25:16Z</dcterms:created>
  <dcterms:modified xsi:type="dcterms:W3CDTF">2025-10-08T18:25:16Z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4A711D8456E161AD8CACE668A95AB80F_43</vt:lpwstr>
  </property>
  <property fmtid="{D5CDD505-2E9C-101B-9397-08002B2CF9AE}" pid="3" name="KSOProductBuildVer">
    <vt:lpwstr>1033-6.7.1.8828</vt:lpwstr>
  </property>
  <property fmtid="{D5CDD505-2E9C-101B-9397-08002B2CF9AE}" pid="4" name="ContentTypeId">
    <vt:lpwstr>0x0101001DA3D6F334C1AA408A80486D71036560</vt:lpwstr>
  </property>
</Properties>
</file>