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4"/>
  </p:notesMasterIdLst>
  <p:sldIdLst>
    <p:sldId id="646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91"/>
    <p:restoredTop sz="95750"/>
  </p:normalViewPr>
  <p:slideViewPr>
    <p:cSldViewPr snapToGrid="0" snapToObjects="1" showGuides="1">
      <p:cViewPr varScale="1">
        <p:scale>
          <a:sx n="137" d="100"/>
          <a:sy n="137" d="100"/>
        </p:scale>
        <p:origin x="36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3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87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7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59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45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3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18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04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091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962B-EA82-A376-8FB3-DCD76BE41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AECA3-4181-63EB-C5A1-71E31ED2E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7B8DB-B18C-8D6F-5017-132C2ADA2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CE89A-99D0-C248-84C0-3B53092B2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4" indent="0" algn="ctr">
              <a:buNone/>
              <a:defRPr sz="1200"/>
            </a:lvl4pPr>
            <a:lvl5pPr marL="1371539" indent="0" algn="ctr">
              <a:buNone/>
              <a:defRPr sz="1200"/>
            </a:lvl5pPr>
            <a:lvl6pPr marL="1714424" indent="0" algn="ctr">
              <a:buNone/>
              <a:defRPr sz="1200"/>
            </a:lvl6pPr>
            <a:lvl7pPr marL="2057308" indent="0" algn="ctr">
              <a:buNone/>
              <a:defRPr sz="1200"/>
            </a:lvl7pPr>
            <a:lvl8pPr marL="2400192" indent="0" algn="ctr">
              <a:buNone/>
              <a:defRPr sz="1200"/>
            </a:lvl8pPr>
            <a:lvl9pPr marL="2743078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6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0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1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4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9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3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70" indent="0">
              <a:buNone/>
              <a:defRPr sz="1800"/>
            </a:lvl3pPr>
            <a:lvl4pPr marL="1028654" indent="0">
              <a:buNone/>
              <a:defRPr sz="1500"/>
            </a:lvl4pPr>
            <a:lvl5pPr marL="1371539" indent="0">
              <a:buNone/>
              <a:defRPr sz="1500"/>
            </a:lvl5pPr>
            <a:lvl6pPr marL="1714424" indent="0">
              <a:buNone/>
              <a:defRPr sz="1500"/>
            </a:lvl6pPr>
            <a:lvl7pPr marL="2057308" indent="0">
              <a:buNone/>
              <a:defRPr sz="1500"/>
            </a:lvl7pPr>
            <a:lvl8pPr marL="2400192" indent="0">
              <a:buNone/>
              <a:defRPr sz="1500"/>
            </a:lvl8pPr>
            <a:lvl9pPr marL="2743078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6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7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2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3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34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910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90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09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8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729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32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30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04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192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258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7571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3144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73991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70850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76657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7875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222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0757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35465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9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6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6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9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0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2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7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52" tIns="45679" rIns="91352" bIns="45679" anchorCtr="1"/>
          <a:lstStyle/>
          <a:p>
            <a:pPr marL="225414" indent="-225414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759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5pPr>
      <a:lvl6pPr marL="457177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6pPr>
      <a:lvl7pPr marL="914354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7pPr>
      <a:lvl8pPr marL="1371532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8pPr>
      <a:lvl9pPr marL="1828709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9pPr>
    </p:titleStyle>
    <p:bodyStyle>
      <a:lvl1pPr marL="22541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885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35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644" indent="-23970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cs typeface="+mn-cs"/>
        </a:defRPr>
      </a:lvl4pPr>
      <a:lvl5pPr marL="1727114" indent="-230177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5pPr>
      <a:lvl6pPr marL="2184291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6pPr>
      <a:lvl7pPr marL="2641468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7pPr>
      <a:lvl8pPr marL="3098645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8pPr>
      <a:lvl9pPr marL="3555822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app.goo.gl/PviKY2cRv9ATZUZK9?g_st=ipc" TargetMode="External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69201-4639-B004-97C1-55C16F2B4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979562-E936-ED58-149A-ACB4411D31F2}"/>
              </a:ext>
            </a:extLst>
          </p:cNvPr>
          <p:cNvSpPr txBox="1"/>
          <p:nvPr/>
        </p:nvSpPr>
        <p:spPr>
          <a:xfrm>
            <a:off x="210065" y="112097"/>
            <a:ext cx="436193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Public </a:t>
            </a:r>
            <a:r>
              <a:rPr lang="en-GB" sz="24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WiFi</a:t>
            </a:r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Access Point</a:t>
            </a:r>
          </a:p>
          <a:p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 IoT Gateway.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C8FEE5-BF29-88D7-D539-08B77E3B5A2D}"/>
              </a:ext>
            </a:extLst>
          </p:cNvPr>
          <p:cNvSpPr/>
          <p:nvPr/>
        </p:nvSpPr>
        <p:spPr>
          <a:xfrm>
            <a:off x="210065" y="3770425"/>
            <a:ext cx="4361934" cy="9387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GB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@51.5442516,-0.0147843</a:t>
            </a:r>
          </a:p>
          <a:p>
            <a:r>
              <a:rPr lang="en-GB" sz="11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Waterden</a:t>
            </a:r>
            <a:r>
              <a:rPr lang="en-GB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Rd, London, E20 1DR</a:t>
            </a:r>
          </a:p>
          <a:p>
            <a:r>
              <a:rPr lang="zh-CN" altLang="zh-CN" sz="1100" dirty="0">
                <a:solidFill>
                  <a:srgbClr val="1155CC"/>
                </a:solidFill>
                <a:latin typeface="Arial" panose="020B0604020202020204" pitchFamily="34" charset="0"/>
                <a:hlinkClick r:id="rId3"/>
              </a:rPr>
              <a:t>https://maps.app.goo.gl/PviKY2cRv9ATZUZK9?g_st=ipc</a:t>
            </a:r>
            <a:endParaRPr lang="zh-CN" altLang="zh-CN" sz="1100" dirty="0">
              <a:latin typeface="Arial" panose="020B0604020202020204" pitchFamily="34" charset="0"/>
            </a:endParaRPr>
          </a:p>
          <a:p>
            <a:r>
              <a:rPr lang="en-GB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///</a:t>
            </a:r>
            <a:r>
              <a:rPr lang="en-GB" sz="11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prop.nasal.medium</a:t>
            </a:r>
            <a:endParaRPr lang="en-GB" sz="11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C4747-DA22-6C15-EE31-4CE9344D2C81}"/>
              </a:ext>
            </a:extLst>
          </p:cNvPr>
          <p:cNvSpPr txBox="1"/>
          <p:nvPr/>
        </p:nvSpPr>
        <p:spPr>
          <a:xfrm>
            <a:off x="210064" y="986860"/>
            <a:ext cx="4724987" cy="186204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IoT device I found consisted of three white boxes connected with each other. Below the white boxes, there was an industrial power socket that was not directly connected to the white boxes.</a:t>
            </a:r>
          </a:p>
          <a:p>
            <a:pPr>
              <a:spcBef>
                <a:spcPts val="600"/>
              </a:spcBef>
            </a:pPr>
            <a:r>
              <a:rPr lang="en-US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white box at the bottom left has a label showing “</a:t>
            </a:r>
            <a:r>
              <a:rPr lang="en-US" sz="11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WiFi</a:t>
            </a:r>
            <a:r>
              <a:rPr lang="en-US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Spark.” </a:t>
            </a:r>
            <a:r>
              <a:rPr lang="en-US" sz="11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WiFi</a:t>
            </a:r>
            <a:r>
              <a:rPr lang="en-US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Spark is a company that provides public Wi-Fi access and smart city connectivity solutions. Also, the CCTV example we saw in Olympic Park had a same white box as the one at bottom right  in the front picture. Therefore, these devices may be a public </a:t>
            </a:r>
            <a:r>
              <a:rPr lang="en-US" sz="11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WiFi</a:t>
            </a:r>
            <a:r>
              <a:rPr lang="en-US" sz="1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access point or a communication gateway that allows sensors or cameras to send data to the cloud.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137BBD-3ECA-A5E8-D4C6-4E3E13169616}"/>
              </a:ext>
            </a:extLst>
          </p:cNvPr>
          <p:cNvSpPr/>
          <p:nvPr/>
        </p:nvSpPr>
        <p:spPr>
          <a:xfrm>
            <a:off x="210065" y="4785182"/>
            <a:ext cx="4361934" cy="2462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Annie Zhu Oct 2025</a:t>
            </a:r>
          </a:p>
        </p:txBody>
      </p:sp>
      <p:pic>
        <p:nvPicPr>
          <p:cNvPr id="13" name="图片 12" descr="图片包含 地图&#10;&#10;AI 生成的内容可能不正确。">
            <a:extLst>
              <a:ext uri="{FF2B5EF4-FFF2-40B4-BE49-F238E27FC236}">
                <a16:creationId xmlns:a16="http://schemas.microsoft.com/office/drawing/2014/main" id="{E7048A45-A283-66B7-222E-6AF99AF3D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99" b="8706"/>
          <a:stretch>
            <a:fillRect/>
          </a:stretch>
        </p:blipFill>
        <p:spPr>
          <a:xfrm>
            <a:off x="4935051" y="2819159"/>
            <a:ext cx="4208948" cy="2324341"/>
          </a:xfrm>
          <a:prstGeom prst="rect">
            <a:avLst/>
          </a:prstGeom>
        </p:spPr>
      </p:pic>
      <p:pic>
        <p:nvPicPr>
          <p:cNvPr id="15" name="图片 14" descr="战斗机在空中飞行&#10;&#10;AI 生成的内容可能不正确。">
            <a:extLst>
              <a:ext uri="{FF2B5EF4-FFF2-40B4-BE49-F238E27FC236}">
                <a16:creationId xmlns:a16="http://schemas.microsoft.com/office/drawing/2014/main" id="{9FFBA2BB-CCF9-408E-DEF8-6BFD87E678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826" t="16599" r="26938" b="27746"/>
          <a:stretch>
            <a:fillRect/>
          </a:stretch>
        </p:blipFill>
        <p:spPr>
          <a:xfrm rot="5400000">
            <a:off x="6545348" y="238325"/>
            <a:ext cx="2819160" cy="2342508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rnd">
            <a:solidFill>
              <a:schemeClr val="accent4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图片 3" descr="图片包含 灯光, 飞机, 站, 摩托车&#10;&#10;AI 生成的内容可能不正确。">
            <a:extLst>
              <a:ext uri="{FF2B5EF4-FFF2-40B4-BE49-F238E27FC236}">
                <a16:creationId xmlns:a16="http://schemas.microsoft.com/office/drawing/2014/main" id="{D164F405-05E5-37B6-B6C5-2E77187BD1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866789" y="902273"/>
            <a:ext cx="2190726" cy="1643045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rnd">
            <a:solidFill>
              <a:schemeClr val="accent4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图片 5" descr="图片包含 汽车, 飞机, 桌子, 躺&#10;&#10;AI 生成的内容可能不正确。">
            <a:extLst>
              <a:ext uri="{FF2B5EF4-FFF2-40B4-BE49-F238E27FC236}">
                <a16:creationId xmlns:a16="http://schemas.microsoft.com/office/drawing/2014/main" id="{5F9E05CB-F0DC-BDC0-CE69-997D16EEF3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538" t="32154" r="42472" b="7123"/>
          <a:stretch>
            <a:fillRect/>
          </a:stretch>
        </p:blipFill>
        <p:spPr>
          <a:xfrm rot="5400000">
            <a:off x="4659679" y="-231037"/>
            <a:ext cx="860345" cy="1399863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rnd">
            <a:solidFill>
              <a:schemeClr val="accent4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8F4D57E-0024-1305-EFEB-37BE36ADBF28}"/>
              </a:ext>
            </a:extLst>
          </p:cNvPr>
          <p:cNvSpPr txBox="1"/>
          <p:nvPr/>
        </p:nvSpPr>
        <p:spPr>
          <a:xfrm>
            <a:off x="7661642" y="2542160"/>
            <a:ext cx="586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/>
                </a:solidFill>
              </a:rPr>
              <a:t>Front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7991D5-6B86-B626-AF4C-3B502A95A1C6}"/>
              </a:ext>
            </a:extLst>
          </p:cNvPr>
          <p:cNvSpPr txBox="1"/>
          <p:nvPr/>
        </p:nvSpPr>
        <p:spPr>
          <a:xfrm>
            <a:off x="6082327" y="2433250"/>
            <a:ext cx="701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/>
                </a:solidFill>
              </a:rPr>
              <a:t>Behind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81932D-02F8-BB16-14FB-C109FA67B72D}"/>
              </a:ext>
            </a:extLst>
          </p:cNvPr>
          <p:cNvSpPr/>
          <p:nvPr/>
        </p:nvSpPr>
        <p:spPr>
          <a:xfrm>
            <a:off x="210064" y="2924946"/>
            <a:ext cx="5154416" cy="7694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1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box on the top used for? Power?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that a </a:t>
            </a:r>
            <a:r>
              <a:rPr lang="en-US" sz="11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WiFi</a:t>
            </a:r>
            <a:r>
              <a:rPr lang="en-US" sz="11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access point or a gateway for data transaction?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industrial power socket have any relationship with the IoT device?</a:t>
            </a:r>
          </a:p>
        </p:txBody>
      </p:sp>
    </p:spTree>
    <p:extLst>
      <p:ext uri="{BB962C8B-B14F-4D97-AF65-F5344CB8AC3E}">
        <p14:creationId xmlns:p14="http://schemas.microsoft.com/office/powerpoint/2010/main" val="2941857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2DB3C516-5A07-4F90-A0C3-72003EB05CFE}"/>
</file>

<file path=customXml/itemProps2.xml><?xml version="1.0" encoding="utf-8"?>
<ds:datastoreItem xmlns:ds="http://schemas.openxmlformats.org/officeDocument/2006/customXml" ds:itemID="{57ACE646-CE92-4B0D-A15B-F33D2C7155DF}"/>
</file>

<file path=customXml/itemProps3.xml><?xml version="1.0" encoding="utf-8"?>
<ds:datastoreItem xmlns:ds="http://schemas.openxmlformats.org/officeDocument/2006/customXml" ds:itemID="{127B3DB7-AF3F-4EE1-B40E-3FFEF5CFBF1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21037</TotalTime>
  <Words>213</Words>
  <Application>Microsoft Macintosh PowerPoint</Application>
  <PresentationFormat>全屏显示(16:9)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Neo Sans Intel</vt:lpstr>
      <vt:lpstr>Neo Sans Intel Medium</vt:lpstr>
      <vt:lpstr>Arial</vt:lpstr>
      <vt:lpstr>Arial Narrow</vt:lpstr>
      <vt:lpstr>Calibri</vt:lpstr>
      <vt:lpstr>Calibri Light</vt:lpstr>
      <vt:lpstr>Helvetica Neue</vt:lpstr>
      <vt:lpstr>Impact</vt:lpstr>
      <vt:lpstr>Wingdings</vt:lpstr>
      <vt:lpstr>Office Theme</vt:lpstr>
      <vt:lpstr>11_Architecture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Annie Zhu</cp:lastModifiedBy>
  <cp:revision>164</cp:revision>
  <cp:lastPrinted>2019-02-04T10:33:17Z</cp:lastPrinted>
  <dcterms:created xsi:type="dcterms:W3CDTF">2019-01-30T13:25:34Z</dcterms:created>
  <dcterms:modified xsi:type="dcterms:W3CDTF">2025-10-13T00:25:46Z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0x0101001DA3D6F334C1AA408A80486D71036560</vt:lpwstr>
  </property>
</Properties>
</file>