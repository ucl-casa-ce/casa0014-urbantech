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5"/>
  </p:notesMasterIdLst>
  <p:sldIdLst>
    <p:sldId id="645" r:id="rId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76212E9-16B5-D64B-A804-FE4488C6BA69}">
          <p14:sldIdLst>
            <p14:sldId id="645"/>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47"/>
    <p:restoredTop sz="81837"/>
  </p:normalViewPr>
  <p:slideViewPr>
    <p:cSldViewPr snapToGrid="0" snapToObjects="1" showGuides="1">
      <p:cViewPr varScale="1">
        <p:scale>
          <a:sx n="132" d="100"/>
          <a:sy n="132" d="100"/>
        </p:scale>
        <p:origin x="1384" y="168"/>
      </p:cViewPr>
      <p:guideLst>
        <p:guide orient="horz" pos="1620"/>
        <p:guide pos="2880"/>
      </p:guideLst>
    </p:cSldViewPr>
  </p:slideViewPr>
  <p:notesTextViewPr>
    <p:cViewPr>
      <p:scale>
        <a:sx n="1" d="1"/>
        <a:sy n="1" d="1"/>
      </p:scale>
      <p:origin x="0" y="-224"/>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Master" Target="slideMasters/slideMaster2.xml"/><Relationship Id="rId7" Type="http://schemas.openxmlformats.org/officeDocument/2006/relationships/viewProps" Target="viewProps.xml"/><Relationship Id="rId2" Type="http://schemas.openxmlformats.org/officeDocument/2006/relationships/theme" Target="theme/theme1.xml"/><Relationship Id="rId6" Type="http://schemas.openxmlformats.org/officeDocument/2006/relationships/presProps" Target="presProps.xml"/><Relationship Id="rId1" Type="http://schemas.openxmlformats.org/officeDocument/2006/relationships/slideMaster" Target="slideMasters/slideMaster1.xml"/><Relationship Id="rId11" Type="http://schemas.openxmlformats.org/officeDocument/2006/relationships/customXml" Target="../customXml/item3.xml"/><Relationship Id="rId5" Type="http://schemas.openxmlformats.org/officeDocument/2006/relationships/notesMaster" Target="notesMasters/notesMaster1.xml"/><Relationship Id="rId10"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27553-E92D-E641-8EAC-5FB8816F46C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8CAC4-B1A4-5A41-96C6-27A5F45FE6E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title and a couple of sentences describing the technology and possibly linking to further information online.</a:t>
            </a:r>
            <a:endParaRPr lang="en-US" dirty="0"/>
          </a:p>
          <a:p>
            <a:r>
              <a:rPr lang="en-US" dirty="0"/>
              <a:t>A photo of the technology in situ with a corresponding map showing where it is.</a:t>
            </a:r>
            <a:endParaRPr lang="en-US" dirty="0"/>
          </a:p>
          <a:p>
            <a:r>
              <a:rPr lang="en-US" dirty="0"/>
              <a:t>2 or 3 questions that you might ask when you are in situ at the site of the technology to engage others in a discussion about that technology</a:t>
            </a:r>
            <a:endParaRPr lang="en-US" dirty="0"/>
          </a:p>
          <a:p>
            <a:r>
              <a:rPr lang="en-US" dirty="0"/>
              <a:t>The following geographic data: </a:t>
            </a:r>
            <a:endParaRPr lang="en-US" dirty="0"/>
          </a:p>
          <a:p>
            <a:pPr marL="171450" indent="-171450">
              <a:buFontTx/>
              <a:buChar char="-"/>
            </a:pPr>
            <a:r>
              <a:rPr lang="en-US" dirty="0"/>
              <a:t>Lat Long</a:t>
            </a:r>
            <a:endParaRPr lang="en-US" dirty="0"/>
          </a:p>
          <a:p>
            <a:pPr marL="171450" indent="-171450">
              <a:buFontTx/>
              <a:buChar char="-"/>
            </a:pPr>
            <a:r>
              <a:rPr lang="en-US" dirty="0"/>
              <a:t>Street Address</a:t>
            </a:r>
            <a:endParaRPr lang="en-US" dirty="0"/>
          </a:p>
          <a:p>
            <a:pPr marL="171450" indent="-171450">
              <a:buFontTx/>
              <a:buChar char="-"/>
            </a:pPr>
            <a:r>
              <a:rPr lang="en-US" dirty="0"/>
              <a:t>Google maps link</a:t>
            </a:r>
            <a:endParaRPr lang="en-US" dirty="0"/>
          </a:p>
          <a:p>
            <a:pPr marL="171450" indent="-171450">
              <a:buFontTx/>
              <a:buChar char="-"/>
            </a:pPr>
            <a:r>
              <a:rPr lang="en-US" dirty="0"/>
              <a:t>What3words location</a:t>
            </a:r>
            <a:endParaRPr lang="en-US" dirty="0"/>
          </a:p>
          <a:p>
            <a:r>
              <a:rPr lang="en-US" dirty="0"/>
              <a:t>Also add in the names of those submitting this data.</a:t>
            </a:r>
            <a:endParaRPr lang="en-US" dirty="0"/>
          </a:p>
          <a:p>
            <a:endParaRPr lang="en-US" dirty="0"/>
          </a:p>
        </p:txBody>
      </p:sp>
      <p:sp>
        <p:nvSpPr>
          <p:cNvPr id="4" name="Slide Number Placeholder 3"/>
          <p:cNvSpPr>
            <a:spLocks noGrp="1"/>
          </p:cNvSpPr>
          <p:nvPr>
            <p:ph type="sldNum" sz="quarter" idx="5"/>
          </p:nvPr>
        </p:nvSpPr>
        <p:spPr/>
        <p:txBody>
          <a:bodyPr/>
          <a:lstStyle/>
          <a:p>
            <a:fld id="{6958CAC4-B1A4-5A41-96C6-27A5F45FE6E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7"/>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ECFCEBF-36FC-6841-BB73-A86EEE8F38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ECFCEBF-36FC-6841-BB73-A86EEE8F38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4" name="Content Placeholder 3"/>
          <p:cNvSpPr>
            <a:spLocks noGrp="1"/>
          </p:cNvSpPr>
          <p:nvPr>
            <p:ph sz="half" idx="2"/>
          </p:nvPr>
        </p:nvSpPr>
        <p:spPr>
          <a:xfrm>
            <a:off x="629842" y="1878809"/>
            <a:ext cx="3868340" cy="276344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6"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6" name="Content Placeholder 5"/>
          <p:cNvSpPr>
            <a:spLocks noGrp="1"/>
          </p:cNvSpPr>
          <p:nvPr>
            <p:ph sz="quarter" idx="4"/>
          </p:nvPr>
        </p:nvSpPr>
        <p:spPr>
          <a:xfrm>
            <a:off x="4629156" y="1878809"/>
            <a:ext cx="3887391" cy="276344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ECFCEBF-36FC-6841-BB73-A86EEE8F38F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CFCEBF-36FC-6841-BB73-A86EEE8F38F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CFCEBF-36FC-6841-BB73-A86EEE8F38F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ECFCEBF-36FC-6841-BB73-A86EEE8F38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ECFCEBF-36FC-6841-BB73-A86EEE8F38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7"/>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6" y="273847"/>
            <a:ext cx="5800725" cy="4358879"/>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CFCEBF-36FC-6841-BB73-A86EEE8F38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98E6A-451C-4745-A48F-0736EED56A5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42"/>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Slide Number Placeholder 1"/>
          <p:cNvSpPr>
            <a:spLocks noGrp="1"/>
          </p:cNvSpPr>
          <p:nvPr>
            <p:ph type="sldNum" sz="quarter" idx="10"/>
          </p:nvPr>
        </p:nvSpPr>
        <p:spPr/>
        <p:txBody>
          <a:bodyPr/>
          <a:lstStyle>
            <a:lvl1pPr>
              <a:defRPr/>
            </a:lvl1pPr>
          </a:lstStyle>
          <a:p>
            <a:pPr>
              <a:defRPr/>
            </a:pPr>
            <a:fld id="{7B031FD1-127D-412B-A7FA-FEF8F0C8AB1D}" type="slidenum">
              <a:rPr lang="en-GB"/>
            </a:fld>
            <a:endParaRPr lang="en-GB"/>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1"/>
          <p:cNvSpPr>
            <a:spLocks noGrp="1"/>
          </p:cNvSpPr>
          <p:nvPr>
            <p:ph type="sldNum" sz="quarter" idx="10"/>
          </p:nvPr>
        </p:nvSpPr>
        <p:spPr/>
        <p:txBody>
          <a:bodyPr/>
          <a:lstStyle>
            <a:lvl1pPr>
              <a:defRPr/>
            </a:lvl1pPr>
          </a:lstStyle>
          <a:p>
            <a:pPr>
              <a:defRPr/>
            </a:pPr>
            <a:fld id="{FD12D53D-39E1-4231-BA24-E157ABA8ECC1}" type="slidenum">
              <a:rPr lang="en-GB"/>
            </a:fld>
            <a:endParaRPr lang="en-GB"/>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1"/>
          <p:cNvSpPr>
            <a:spLocks noGrp="1"/>
          </p:cNvSpPr>
          <p:nvPr>
            <p:ph type="sldNum" sz="quarter" idx="10"/>
          </p:nvPr>
        </p:nvSpPr>
        <p:spPr/>
        <p:txBody>
          <a:bodyPr/>
          <a:lstStyle>
            <a:lvl1pPr>
              <a:defRPr/>
            </a:lvl1pPr>
          </a:lstStyle>
          <a:p>
            <a:pPr>
              <a:defRPr/>
            </a:pPr>
            <a:fld id="{025DEBF1-8136-42C6-9FF3-0B14050AE327}" type="slidenum">
              <a:rPr lang="en-GB"/>
            </a:fld>
            <a:endParaRPr lang="en-GB"/>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905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1341"/>
            <a:ext cx="4305300" cy="33932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1"/>
          <p:cNvSpPr>
            <a:spLocks noGrp="1"/>
          </p:cNvSpPr>
          <p:nvPr>
            <p:ph type="sldNum" sz="quarter" idx="10"/>
          </p:nvPr>
        </p:nvSpPr>
        <p:spPr/>
        <p:txBody>
          <a:bodyPr/>
          <a:lstStyle>
            <a:lvl1pPr>
              <a:defRPr/>
            </a:lvl1pPr>
          </a:lstStyle>
          <a:p>
            <a:pPr>
              <a:defRPr/>
            </a:pPr>
            <a:fld id="{6FDE68A2-00D0-472A-A9D8-FF42D58E49D8}" type="slidenum">
              <a:rPr lang="en-GB"/>
            </a:fld>
            <a:endParaRPr lang="en-GB"/>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1"/>
          <p:cNvSpPr>
            <a:spLocks noGrp="1"/>
          </p:cNvSpPr>
          <p:nvPr>
            <p:ph type="sldNum" sz="quarter" idx="10"/>
          </p:nvPr>
        </p:nvSpPr>
        <p:spPr/>
        <p:txBody>
          <a:bodyPr/>
          <a:lstStyle>
            <a:lvl1pPr>
              <a:defRPr/>
            </a:lvl1pPr>
          </a:lstStyle>
          <a:p>
            <a:pPr>
              <a:defRPr/>
            </a:pPr>
            <a:fld id="{AC1810F1-F0FC-48A2-9F4E-96172F26CA38}" type="slidenum">
              <a:rPr lang="en-GB"/>
            </a:fld>
            <a:endParaRPr lang="en-GB"/>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1"/>
          <p:cNvSpPr>
            <a:spLocks noGrp="1"/>
          </p:cNvSpPr>
          <p:nvPr>
            <p:ph type="sldNum" sz="quarter" idx="10"/>
          </p:nvPr>
        </p:nvSpPr>
        <p:spPr/>
        <p:txBody>
          <a:bodyPr/>
          <a:lstStyle>
            <a:lvl1pPr>
              <a:defRPr/>
            </a:lvl1pPr>
          </a:lstStyle>
          <a:p>
            <a:pPr>
              <a:defRPr/>
            </a:pPr>
            <a:fld id="{6152C491-01D7-4FB3-BDB2-1DAE90FB3F39}" type="slidenum">
              <a:rPr lang="en-GB"/>
            </a:fld>
            <a:endParaRPr lang="en-GB"/>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pPr>
              <a:defRPr/>
            </a:pPr>
            <a:fld id="{1D9DE526-BA90-4DB1-A7A3-BD72570A4977}" type="slidenum">
              <a:rPr lang="en-GB"/>
            </a:fld>
            <a:endParaRPr lang="en-GB"/>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81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1"/>
          <p:cNvSpPr>
            <a:spLocks noGrp="1"/>
          </p:cNvSpPr>
          <p:nvPr>
            <p:ph type="sldNum" sz="quarter" idx="10"/>
          </p:nvPr>
        </p:nvSpPr>
        <p:spPr/>
        <p:txBody>
          <a:bodyPr/>
          <a:lstStyle>
            <a:lvl1pPr>
              <a:defRPr/>
            </a:lvl1pPr>
          </a:lstStyle>
          <a:p>
            <a:pPr>
              <a:defRPr/>
            </a:pPr>
            <a:fld id="{9DB80167-8A7A-4FB6-8D44-EB04D54B07F6}" type="slidenum">
              <a:rPr lang="en-GB"/>
            </a:fld>
            <a:endParaRPr lang="en-GB"/>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lIns="91431" tIns="45716" rIns="91431" bIns="45716"/>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2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1"/>
          <p:cNvSpPr>
            <a:spLocks noGrp="1"/>
          </p:cNvSpPr>
          <p:nvPr>
            <p:ph type="sldNum" sz="quarter" idx="10"/>
          </p:nvPr>
        </p:nvSpPr>
        <p:spPr/>
        <p:txBody>
          <a:bodyPr/>
          <a:lstStyle>
            <a:lvl1pPr>
              <a:defRPr/>
            </a:lvl1pPr>
          </a:lstStyle>
          <a:p>
            <a:pPr>
              <a:defRPr/>
            </a:pPr>
            <a:fld id="{DF6CB3AD-9740-4D17-9F9C-3D5E43BA6B51}" type="slidenum">
              <a:rPr lang="en-GB"/>
            </a:fld>
            <a:endParaRPr lang="en-GB"/>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1"/>
          <p:cNvSpPr>
            <a:spLocks noGrp="1"/>
          </p:cNvSpPr>
          <p:nvPr>
            <p:ph type="sldNum" sz="quarter" idx="10"/>
          </p:nvPr>
        </p:nvSpPr>
        <p:spPr/>
        <p:txBody>
          <a:bodyPr/>
          <a:lstStyle>
            <a:lvl1pPr>
              <a:defRPr/>
            </a:lvl1pPr>
          </a:lstStyle>
          <a:p>
            <a:pPr>
              <a:defRPr/>
            </a:pPr>
            <a:fld id="{438B483E-E478-4817-A116-EA086DE40F55}" type="slidenum">
              <a:rPr lang="en-GB"/>
            </a:fld>
            <a:endParaRPr lang="en-GB"/>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73819"/>
            <a:ext cx="2190750" cy="452080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90500" y="73819"/>
            <a:ext cx="6419850" cy="452080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1"/>
          <p:cNvSpPr>
            <a:spLocks noGrp="1"/>
          </p:cNvSpPr>
          <p:nvPr>
            <p:ph type="sldNum" sz="quarter" idx="10"/>
          </p:nvPr>
        </p:nvSpPr>
        <p:spPr/>
        <p:txBody>
          <a:bodyPr/>
          <a:lstStyle>
            <a:lvl1pPr>
              <a:defRPr/>
            </a:lvl1pPr>
          </a:lstStyle>
          <a:p>
            <a:pPr>
              <a:defRPr/>
            </a:pPr>
            <a:fld id="{52831AE7-8258-4BD0-BA99-669542605E95}" type="slidenum">
              <a:rPr lang="en-GB"/>
            </a:fld>
            <a:endParaRPr lang="en-GB"/>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image" Target="../media/image1.jpeg"/><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ECFCEBF-36FC-6841-BB73-A86EEE8F38FA}" type="datetimeFigureOut">
              <a:rPr lang="en-US" smtClean="0"/>
            </a:fld>
            <a:endParaRPr 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B498E6A-451C-4745-A48F-0736EED56A5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cstate="screen"/>
          <a:srcRect/>
          <a:stretch>
            <a:fillRect/>
          </a:stretch>
        </a:blipFill>
        <a:effectLst/>
      </p:bgPr>
    </p:bg>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365171" y="285768"/>
            <a:ext cx="8410575" cy="992981"/>
          </a:xfrm>
          <a:prstGeom prst="rect">
            <a:avLst/>
          </a:prstGeom>
          <a:noFill/>
          <a:ln w="9525">
            <a:noFill/>
            <a:miter lim="800000"/>
          </a:ln>
        </p:spPr>
        <p:txBody>
          <a:bodyPr lIns="91988" tIns="45996" rIns="91988" bIns="45996" anchor="ctr" anchorCtr="1"/>
          <a:lstStyle/>
          <a:p>
            <a:pPr algn="ctr" defTabSz="914400" fontAlgn="base">
              <a:lnSpc>
                <a:spcPct val="90000"/>
              </a:lnSpc>
              <a:spcBef>
                <a:spcPct val="0"/>
              </a:spcBef>
              <a:spcAft>
                <a:spcPct val="0"/>
              </a:spcAft>
              <a:defRPr/>
            </a:pPr>
            <a:endParaRPr lang="en-US" sz="3000" dirty="0">
              <a:solidFill>
                <a:srgbClr val="FFFFFF"/>
              </a:solidFill>
              <a:effectLst>
                <a:outerShdw blurRad="38100" dist="38100" dir="2700000" algn="tl">
                  <a:srgbClr val="000000"/>
                </a:outerShdw>
              </a:effectLst>
              <a:latin typeface="Neo Sans Intel Medium" pitchFamily="34" charset="0"/>
            </a:endParaRPr>
          </a:p>
        </p:txBody>
      </p:sp>
      <p:sp>
        <p:nvSpPr>
          <p:cNvPr id="249859" name="Rectangle 3"/>
          <p:cNvSpPr>
            <a:spLocks noChangeArrowheads="1"/>
          </p:cNvSpPr>
          <p:nvPr/>
        </p:nvSpPr>
        <p:spPr bwMode="auto">
          <a:xfrm>
            <a:off x="368346" y="1345428"/>
            <a:ext cx="8405813" cy="3126581"/>
          </a:xfrm>
          <a:prstGeom prst="rect">
            <a:avLst/>
          </a:prstGeom>
          <a:noFill/>
          <a:ln w="9525">
            <a:noFill/>
            <a:miter lim="800000"/>
          </a:ln>
        </p:spPr>
        <p:txBody>
          <a:bodyPr lIns="91352" tIns="45679" rIns="91352" bIns="45679" anchorCtr="1"/>
          <a:lstStyle/>
          <a:p>
            <a:pPr marL="225425" indent="-225425" defTabSz="914400" fontAlgn="base">
              <a:lnSpc>
                <a:spcPct val="95000"/>
              </a:lnSpc>
              <a:spcBef>
                <a:spcPct val="30000"/>
              </a:spcBef>
              <a:spcAft>
                <a:spcPct val="0"/>
              </a:spcAft>
              <a:buClr>
                <a:srgbClr val="FFFFFF"/>
              </a:buClr>
              <a:buFont typeface="Wingdings" panose="05000000000000000000" pitchFamily="2" charset="2"/>
              <a:buChar char=""/>
              <a:defRPr/>
            </a:pPr>
            <a:endParaRPr lang="en-US" sz="2200" dirty="0">
              <a:solidFill>
                <a:srgbClr val="FFFFFF"/>
              </a:solidFill>
              <a:effectLst>
                <a:outerShdw blurRad="38100" dist="38100" dir="2700000" algn="tl">
                  <a:srgbClr val="000000"/>
                </a:outerShdw>
              </a:effectLst>
              <a:latin typeface="Neo Sans Intel" pitchFamily="34" charset="0"/>
            </a:endParaRPr>
          </a:p>
        </p:txBody>
      </p:sp>
      <p:sp>
        <p:nvSpPr>
          <p:cNvPr id="29700" name="Rectangle 4"/>
          <p:cNvSpPr>
            <a:spLocks noGrp="1" noChangeArrowheads="1"/>
          </p:cNvSpPr>
          <p:nvPr>
            <p:ph type="title"/>
          </p:nvPr>
        </p:nvSpPr>
        <p:spPr bwMode="auto">
          <a:xfrm>
            <a:off x="190500" y="73821"/>
            <a:ext cx="8763000" cy="540544"/>
          </a:xfrm>
          <a:prstGeom prst="rect">
            <a:avLst/>
          </a:prstGeom>
          <a:noFill/>
          <a:ln w="9525">
            <a:noFill/>
            <a:miter lim="800000"/>
          </a:ln>
        </p:spPr>
        <p:txBody>
          <a:bodyPr vert="horz" wrap="square" lIns="91421" tIns="45711" rIns="91421" bIns="45711" numCol="1" anchor="ctr" anchorCtr="0" compatLnSpc="1"/>
          <a:lstStyle/>
          <a:p>
            <a:pPr lvl="0"/>
            <a:r>
              <a:rPr lang="en-US"/>
              <a:t>Click to edit Master title style</a:t>
            </a:r>
            <a:endParaRPr lang="en-US"/>
          </a:p>
        </p:txBody>
      </p:sp>
      <p:sp>
        <p:nvSpPr>
          <p:cNvPr id="29701" name="Rectangle 5"/>
          <p:cNvSpPr>
            <a:spLocks noGrp="1" noChangeArrowheads="1"/>
          </p:cNvSpPr>
          <p:nvPr>
            <p:ph type="body" idx="1"/>
          </p:nvPr>
        </p:nvSpPr>
        <p:spPr bwMode="auto">
          <a:xfrm>
            <a:off x="190500" y="1201341"/>
            <a:ext cx="8763000" cy="3393281"/>
          </a:xfrm>
          <a:prstGeom prst="rect">
            <a:avLst/>
          </a:prstGeom>
          <a:noFill/>
          <a:ln w="9525">
            <a:noFill/>
            <a:miter lim="800000"/>
          </a:ln>
        </p:spPr>
        <p:txBody>
          <a:bodyPr vert="horz" wrap="square" lIns="91421" tIns="45711" rIns="91421" bIns="45711" numCol="1" anchor="t" anchorCtr="1" compatLnSpc="1"/>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7" name="Slide Number Placeholder 1"/>
          <p:cNvSpPr>
            <a:spLocks noGrp="1"/>
          </p:cNvSpPr>
          <p:nvPr>
            <p:ph type="sldNum" sz="quarter" idx="4"/>
          </p:nvPr>
        </p:nvSpPr>
        <p:spPr bwMode="auto">
          <a:xfrm>
            <a:off x="6553200" y="4683919"/>
            <a:ext cx="2133600" cy="357188"/>
          </a:xfrm>
          <a:prstGeom prst="rect">
            <a:avLst/>
          </a:prstGeom>
          <a:noFill/>
          <a:ln w="9525">
            <a:noFill/>
            <a:miter lim="800000"/>
          </a:ln>
        </p:spPr>
        <p:txBody>
          <a:bodyPr vert="horz" wrap="square" lIns="91426" tIns="45713" rIns="91426" bIns="45713" numCol="1" anchor="t" anchorCtr="0" compatLnSpc="1"/>
          <a:lstStyle>
            <a:lvl1pPr algn="r" eaLnBrk="1" hangingPunct="1">
              <a:lnSpc>
                <a:spcPct val="90000"/>
              </a:lnSpc>
              <a:defRPr sz="1400">
                <a:solidFill>
                  <a:srgbClr val="FFFFFF"/>
                </a:solidFill>
                <a:latin typeface="Neo Sans Intel" pitchFamily="34" charset="0"/>
                <a:cs typeface="+mn-cs"/>
              </a:defRPr>
            </a:lvl1pPr>
          </a:lstStyle>
          <a:p>
            <a:pPr defTabSz="914400" fontAlgn="base">
              <a:spcBef>
                <a:spcPct val="0"/>
              </a:spcBef>
              <a:spcAft>
                <a:spcPct val="0"/>
              </a:spcAft>
              <a:defRPr/>
            </a:pPr>
            <a:fld id="{4AAEF065-5923-45A4-A45E-60FACC01E102}" type="slidenum">
              <a:rPr lang="en-GB"/>
            </a:fld>
            <a:endParaRPr lang="en-GB"/>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ransition>
    <p:fade/>
  </p:transition>
  <p:hf hdr="0" ftr="0" dt="0"/>
  <p:txStyles>
    <p:titleStyle>
      <a:lvl1pPr algn="ctr" rtl="0" eaLnBrk="0" fontAlgn="base" hangingPunct="0">
        <a:lnSpc>
          <a:spcPct val="90000"/>
        </a:lnSpc>
        <a:spcBef>
          <a:spcPct val="0"/>
        </a:spcBef>
        <a:spcAft>
          <a:spcPct val="0"/>
        </a:spcAft>
        <a:defRPr sz="3000">
          <a:solidFill>
            <a:schemeClr val="tx1"/>
          </a:solidFill>
          <a:latin typeface="+mj-lt"/>
          <a:ea typeface="+mj-ea"/>
          <a:cs typeface="+mj-cs"/>
        </a:defRPr>
      </a:lvl1pPr>
      <a:lvl2pPr algn="ctr" rtl="0" eaLnBrk="0" fontAlgn="base" hangingPunct="0">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2pPr>
      <a:lvl3pPr algn="ctr" rtl="0" eaLnBrk="0" fontAlgn="base" hangingPunct="0">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3pPr>
      <a:lvl4pPr algn="ctr" rtl="0" eaLnBrk="0" fontAlgn="base" hangingPunct="0">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4pPr>
      <a:lvl5pPr algn="ctr" rtl="0" eaLnBrk="0" fontAlgn="base" hangingPunct="0">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5pPr>
      <a:lvl6pPr marL="457200" algn="ctr" rtl="0" fontAlgn="base">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6pPr>
      <a:lvl7pPr marL="914400" algn="ctr" rtl="0" fontAlgn="base">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7pPr>
      <a:lvl8pPr marL="1371600" algn="ctr" rtl="0" fontAlgn="base">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8pPr>
      <a:lvl9pPr marL="1828800" algn="ctr" rtl="0" fontAlgn="base">
        <a:lnSpc>
          <a:spcPct val="90000"/>
        </a:lnSpc>
        <a:spcBef>
          <a:spcPct val="0"/>
        </a:spcBef>
        <a:spcAft>
          <a:spcPct val="0"/>
        </a:spcAft>
        <a:defRPr sz="3000">
          <a:solidFill>
            <a:schemeClr val="tx1"/>
          </a:solidFill>
          <a:latin typeface="Impact" panose="020B0806030902050204" pitchFamily="34" charset="0"/>
          <a:cs typeface="Arial" panose="020B0604020202020204" pitchFamily="34" charset="0"/>
        </a:defRPr>
      </a:lvl9pPr>
    </p:titleStyle>
    <p:bodyStyle>
      <a:lvl1pPr marL="225425" indent="-225425" algn="l" rtl="0" eaLnBrk="0" fontAlgn="base" hangingPunct="0">
        <a:lnSpc>
          <a:spcPct val="95000"/>
        </a:lnSpc>
        <a:spcBef>
          <a:spcPct val="30000"/>
        </a:spcBef>
        <a:spcAft>
          <a:spcPct val="0"/>
        </a:spcAft>
        <a:buClr>
          <a:schemeClr val="tx1"/>
        </a:buClr>
        <a:buFont typeface="Wingdings" panose="05000000000000000000" pitchFamily="2" charset="2"/>
        <a:buChar char=""/>
        <a:defRPr sz="2200">
          <a:solidFill>
            <a:srgbClr val="FFFFFF"/>
          </a:solidFill>
          <a:latin typeface="+mn-lt"/>
          <a:ea typeface="+mn-ea"/>
          <a:cs typeface="+mn-cs"/>
        </a:defRPr>
      </a:lvl1pPr>
      <a:lvl2pPr marL="569595" indent="-225425" algn="l" rtl="0" eaLnBrk="0" fontAlgn="base" hangingPunct="0">
        <a:lnSpc>
          <a:spcPct val="95000"/>
        </a:lnSpc>
        <a:spcBef>
          <a:spcPct val="30000"/>
        </a:spcBef>
        <a:spcAft>
          <a:spcPct val="0"/>
        </a:spcAft>
        <a:buClr>
          <a:schemeClr val="tx1"/>
        </a:buClr>
        <a:buChar char="–"/>
        <a:defRPr sz="2000">
          <a:solidFill>
            <a:schemeClr val="tx1"/>
          </a:solidFill>
          <a:latin typeface="+mn-lt"/>
          <a:cs typeface="+mn-cs"/>
        </a:defRPr>
      </a:lvl2pPr>
      <a:lvl3pPr marL="914400" indent="-225425" algn="l" rtl="0" eaLnBrk="0" fontAlgn="base" hangingPunct="0">
        <a:lnSpc>
          <a:spcPct val="95000"/>
        </a:lnSpc>
        <a:spcBef>
          <a:spcPct val="30000"/>
        </a:spcBef>
        <a:spcAft>
          <a:spcPct val="0"/>
        </a:spcAft>
        <a:buClr>
          <a:schemeClr val="tx1"/>
        </a:buClr>
        <a:buChar char="–"/>
        <a:defRPr>
          <a:solidFill>
            <a:srgbClr val="FFFFFF"/>
          </a:solidFill>
          <a:latin typeface="+mn-lt"/>
          <a:cs typeface="+mn-cs"/>
        </a:defRPr>
      </a:lvl3pPr>
      <a:lvl4pPr marL="1382395" indent="-239395" algn="l" rtl="0" eaLnBrk="0" fontAlgn="base" hangingPunct="0">
        <a:spcBef>
          <a:spcPct val="20000"/>
        </a:spcBef>
        <a:spcAft>
          <a:spcPct val="0"/>
        </a:spcAft>
        <a:buChar char="–"/>
        <a:defRPr sz="2000">
          <a:solidFill>
            <a:schemeClr val="tx1"/>
          </a:solidFill>
          <a:latin typeface="Arial" panose="020B0604020202020204" pitchFamily="34" charset="0"/>
          <a:cs typeface="+mn-cs"/>
        </a:defRPr>
      </a:lvl4pPr>
      <a:lvl5pPr marL="1727200" indent="-229870" algn="l" rtl="0" eaLnBrk="0" fontAlgn="base" hangingPunct="0">
        <a:spcBef>
          <a:spcPct val="20000"/>
        </a:spcBef>
        <a:spcAft>
          <a:spcPct val="0"/>
        </a:spcAft>
        <a:buChar char="•"/>
        <a:defRPr sz="2000">
          <a:solidFill>
            <a:schemeClr val="tx1"/>
          </a:solidFill>
          <a:latin typeface="Arial" panose="020B0604020202020204" pitchFamily="34" charset="0"/>
          <a:cs typeface="+mn-cs"/>
        </a:defRPr>
      </a:lvl5pPr>
      <a:lvl6pPr marL="2184400" indent="-229870" algn="l" rtl="0" fontAlgn="base">
        <a:spcBef>
          <a:spcPct val="20000"/>
        </a:spcBef>
        <a:spcAft>
          <a:spcPct val="0"/>
        </a:spcAft>
        <a:buChar char="•"/>
        <a:defRPr sz="2000">
          <a:solidFill>
            <a:schemeClr val="tx1"/>
          </a:solidFill>
          <a:latin typeface="Arial" panose="020B0604020202020204" pitchFamily="34" charset="0"/>
          <a:cs typeface="+mn-cs"/>
        </a:defRPr>
      </a:lvl6pPr>
      <a:lvl7pPr marL="2641600" indent="-229870" algn="l" rtl="0" fontAlgn="base">
        <a:spcBef>
          <a:spcPct val="20000"/>
        </a:spcBef>
        <a:spcAft>
          <a:spcPct val="0"/>
        </a:spcAft>
        <a:buChar char="•"/>
        <a:defRPr sz="2000">
          <a:solidFill>
            <a:schemeClr val="tx1"/>
          </a:solidFill>
          <a:latin typeface="Arial" panose="020B0604020202020204" pitchFamily="34" charset="0"/>
          <a:cs typeface="+mn-cs"/>
        </a:defRPr>
      </a:lvl7pPr>
      <a:lvl8pPr marL="3098800" indent="-229870" algn="l" rtl="0" fontAlgn="base">
        <a:spcBef>
          <a:spcPct val="20000"/>
        </a:spcBef>
        <a:spcAft>
          <a:spcPct val="0"/>
        </a:spcAft>
        <a:buChar char="•"/>
        <a:defRPr sz="2000">
          <a:solidFill>
            <a:schemeClr val="tx1"/>
          </a:solidFill>
          <a:latin typeface="Arial" panose="020B0604020202020204" pitchFamily="34" charset="0"/>
          <a:cs typeface="+mn-cs"/>
        </a:defRPr>
      </a:lvl8pPr>
      <a:lvl9pPr marL="3556000" indent="-229870" algn="l" rtl="0" fontAlgn="base">
        <a:spcBef>
          <a:spcPct val="20000"/>
        </a:spcBef>
        <a:spcAft>
          <a:spcPct val="0"/>
        </a:spcAft>
        <a:buChar char="•"/>
        <a:defRPr sz="2000">
          <a:solidFill>
            <a:schemeClr val="tx1"/>
          </a:solidFill>
          <a:latin typeface="Arial" panose="020B0604020202020204"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0066" y="141387"/>
            <a:ext cx="4361934" cy="829945"/>
          </a:xfrm>
          <a:prstGeom prst="rect">
            <a:avLst/>
          </a:prstGeom>
          <a:noFill/>
          <a:ln>
            <a:noFill/>
          </a:ln>
        </p:spPr>
        <p:txBody>
          <a:bodyPr wrap="square" rtlCol="0">
            <a:spAutoFit/>
          </a:bodyPr>
          <a:lstStyle/>
          <a:p>
            <a:r>
              <a:rPr lang="en-US" altLang="zh-CN" sz="2400" b="1" dirty="0">
                <a:latin typeface="Helvetica Neue" panose="02000503000000020004" pitchFamily="2" charset="0"/>
                <a:ea typeface="Helvetica Neue" panose="02000503000000020004" pitchFamily="2" charset="0"/>
                <a:cs typeface="Helvetica Neue" panose="02000503000000020004" pitchFamily="2" charset="0"/>
              </a:rPr>
              <a:t>Cycle Counters</a:t>
            </a:r>
            <a:r>
              <a:rPr lang="en-GB" sz="2400" b="1" dirty="0">
                <a:latin typeface="Helvetica Neue" panose="02000503000000020004" pitchFamily="2" charset="0"/>
                <a:ea typeface="Helvetica Neue" panose="02000503000000020004" pitchFamily="2" charset="0"/>
                <a:cs typeface="Helvetica Neue" panose="02000503000000020004" pitchFamily="2" charset="0"/>
              </a:rPr>
              <a:t> and </a:t>
            </a:r>
            <a:br>
              <a:rPr lang="en-GB" sz="2400" b="1" dirty="0">
                <a:latin typeface="Helvetica Neue" panose="02000503000000020004" pitchFamily="2" charset="0"/>
                <a:ea typeface="Helvetica Neue" panose="02000503000000020004" pitchFamily="2" charset="0"/>
                <a:cs typeface="Helvetica Neue" panose="02000503000000020004" pitchFamily="2" charset="0"/>
              </a:rPr>
            </a:br>
            <a:r>
              <a:rPr lang="en-US" altLang="zh-CN" sz="2400" b="1" dirty="0">
                <a:latin typeface="Helvetica Neue" panose="02000503000000020004" pitchFamily="2" charset="0"/>
                <a:ea typeface="Helvetica Neue" panose="02000503000000020004" pitchFamily="2" charset="0"/>
                <a:cs typeface="Helvetica Neue" panose="02000503000000020004" pitchFamily="2" charset="0"/>
              </a:rPr>
              <a:t>Smart Digital Cycle Totem</a:t>
            </a:r>
            <a:r>
              <a:rPr lang="en-GB" sz="2400" b="1" dirty="0">
                <a:latin typeface="Helvetica Neue" panose="02000503000000020004" pitchFamily="2" charset="0"/>
                <a:ea typeface="Helvetica Neue" panose="02000503000000020004" pitchFamily="2" charset="0"/>
                <a:cs typeface="Helvetica Neue" panose="02000503000000020004" pitchFamily="2" charset="0"/>
              </a:rPr>
              <a:t>.</a:t>
            </a: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p:cNvSpPr/>
          <p:nvPr/>
        </p:nvSpPr>
        <p:spPr>
          <a:xfrm>
            <a:off x="210065" y="4057303"/>
            <a:ext cx="4361934" cy="645160"/>
          </a:xfrm>
          <a:prstGeom prst="rect">
            <a:avLst/>
          </a:prstGeom>
          <a:ln>
            <a:solidFill>
              <a:schemeClr val="tx1">
                <a:lumMod val="50000"/>
                <a:lumOff val="50000"/>
              </a:schemeClr>
            </a:solidFill>
          </a:ln>
        </p:spPr>
        <p:txBody>
          <a:bodyPr wrap="square">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Location info:</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Embankment Station, London WC2N 6PB</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https://maps.app.goo.gl/PcKWJ6cSknWnTwBv8?g_st=awc</a:t>
            </a:r>
            <a:r>
              <a:rPr lang="en-GB" sz="1200" dirty="0">
                <a:latin typeface="Helvetica Neue" panose="02000503000000020004" pitchFamily="2" charset="0"/>
                <a:ea typeface="Helvetica Neue" panose="02000503000000020004" pitchFamily="2" charset="0"/>
                <a:cs typeface="Helvetica Neue" panose="02000503000000020004" pitchFamily="2" charset="0"/>
              </a:rPr>
              <a:t> </a:t>
            </a:r>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p:cNvSpPr txBox="1"/>
          <p:nvPr/>
        </p:nvSpPr>
        <p:spPr>
          <a:xfrm>
            <a:off x="210065" y="1117669"/>
            <a:ext cx="4361934" cy="1568450"/>
          </a:xfrm>
          <a:prstGeom prst="rect">
            <a:avLst/>
          </a:prstGeom>
          <a:noFill/>
          <a:ln>
            <a:solidFill>
              <a:schemeClr val="tx1">
                <a:lumMod val="50000"/>
                <a:lumOff val="50000"/>
              </a:schemeClr>
            </a:solidFill>
          </a:ln>
        </p:spPr>
        <p:txBody>
          <a:bodyPr wrap="square" rtlCol="0">
            <a:spAutoFit/>
          </a:bodyPr>
          <a:lstStyle/>
          <a:p>
            <a:r>
              <a:rPr lang="en-US" altLang="zh-CN" sz="1200" dirty="0">
                <a:latin typeface="Helvetica Neue" panose="02000503000000020004" pitchFamily="2" charset="0"/>
                <a:ea typeface="Helvetica Neue" panose="02000503000000020004" pitchFamily="2" charset="0"/>
                <a:cs typeface="Helvetica Neue" panose="02000503000000020004" pitchFamily="2" charset="0"/>
              </a:rPr>
              <a:t>The image shows London's Smart Digital Cycle Totem, located along cycle superhighways and major cycling routes. It relies on piezoelectric sensors embedded beneath the lane surface, generating an electrical charge as bicycles pass by, which is then used to count them. An LED screen above displays the number of riders for the day and the cumulative total, making this data visible to the public.</a:t>
            </a:r>
            <a:endParaRPr lang="en-US" altLang="zh-CN" sz="1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Rectangle 8"/>
          <p:cNvSpPr/>
          <p:nvPr/>
        </p:nvSpPr>
        <p:spPr>
          <a:xfrm>
            <a:off x="210065" y="2774950"/>
            <a:ext cx="4361934" cy="1198880"/>
          </a:xfrm>
          <a:prstGeom prst="rect">
            <a:avLst/>
          </a:prstGeom>
          <a:ln>
            <a:solidFill>
              <a:schemeClr val="tx1">
                <a:lumMod val="50000"/>
                <a:lumOff val="50000"/>
              </a:schemeClr>
            </a:solidFill>
          </a:ln>
        </p:spPr>
        <p:txBody>
          <a:bodyPr wrap="square">
            <a:spAutoFit/>
          </a:bodyPr>
          <a:lstStyle/>
          <a:p>
            <a:pPr lvl="0"/>
            <a:r>
              <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Questions when visiting site?</a:t>
            </a:r>
            <a:endParaRPr lang="en-US"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What are the practical applications of such data?</a:t>
            </a:r>
            <a:endPar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Why should the annual number of cyclists be shown to pedestrians as shown in the picture?</a:t>
            </a:r>
            <a:endPar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buFont typeface="Arial" panose="020B0604020202020204" pitchFamily="34" charset="0"/>
              <a:buChar char="•"/>
            </a:pPr>
            <a:r>
              <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Are there any ongoing operating costs associated with the project?</a:t>
            </a:r>
            <a:endParaRPr lang="en-US" altLang="zh-CN" sz="12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ectangle 9"/>
          <p:cNvSpPr/>
          <p:nvPr/>
        </p:nvSpPr>
        <p:spPr>
          <a:xfrm>
            <a:off x="210065" y="4785182"/>
            <a:ext cx="4361934" cy="245110"/>
          </a:xfrm>
          <a:prstGeom prst="rect">
            <a:avLst/>
          </a:prstGeom>
          <a:ln>
            <a:solidFill>
              <a:schemeClr val="tx1">
                <a:lumMod val="50000"/>
                <a:lumOff val="50000"/>
              </a:schemeClr>
            </a:solidFill>
          </a:ln>
        </p:spPr>
        <p:txBody>
          <a:bodyPr wrap="square">
            <a:spAutoFit/>
          </a:bodyPr>
          <a:lstStyle/>
          <a:p>
            <a:pPr lvl="0"/>
            <a:r>
              <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Submitted: Qingshan Luo Oct 2025</a:t>
            </a:r>
            <a:endParaRPr lang="en-US" sz="10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5" name="图片 4"/>
          <p:cNvPicPr>
            <a:picLocks noChangeAspect="1"/>
          </p:cNvPicPr>
          <p:nvPr/>
        </p:nvPicPr>
        <p:blipFill>
          <a:blip r:embed="rId1"/>
          <a:stretch>
            <a:fillRect/>
          </a:stretch>
        </p:blipFill>
        <p:spPr>
          <a:xfrm>
            <a:off x="4935220" y="-635"/>
            <a:ext cx="4208780" cy="2573020"/>
          </a:xfrm>
          <a:prstGeom prst="rect">
            <a:avLst/>
          </a:prstGeom>
        </p:spPr>
      </p:pic>
      <p:pic>
        <p:nvPicPr>
          <p:cNvPr id="11" name="图片 10"/>
          <p:cNvPicPr>
            <a:picLocks noChangeAspect="1"/>
          </p:cNvPicPr>
          <p:nvPr/>
        </p:nvPicPr>
        <p:blipFill>
          <a:blip r:embed="rId2"/>
          <a:stretch>
            <a:fillRect/>
          </a:stretch>
        </p:blipFill>
        <p:spPr>
          <a:xfrm>
            <a:off x="4935220" y="2572385"/>
            <a:ext cx="4222115" cy="2571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Architecture">
  <a:themeElements>
    <a:clrScheme name="Custom 5">
      <a:dk1>
        <a:srgbClr val="000000"/>
      </a:dk1>
      <a:lt1>
        <a:srgbClr val="FFFFFF"/>
      </a:lt1>
      <a:dk2>
        <a:srgbClr val="0860A8"/>
      </a:dk2>
      <a:lt2>
        <a:srgbClr val="E6B012"/>
      </a:lt2>
      <a:accent1>
        <a:srgbClr val="009900"/>
      </a:accent1>
      <a:accent2>
        <a:srgbClr val="FF5C00"/>
      </a:accent2>
      <a:accent3>
        <a:srgbClr val="AAB6D1"/>
      </a:accent3>
      <a:accent4>
        <a:srgbClr val="DADADA"/>
      </a:accent4>
      <a:accent5>
        <a:srgbClr val="AACAAA"/>
      </a:accent5>
      <a:accent6>
        <a:srgbClr val="E75300"/>
      </a:accent6>
      <a:hlink>
        <a:srgbClr val="6AADE4"/>
      </a:hlink>
      <a:folHlink>
        <a:srgbClr val="6AADE4"/>
      </a:folHlink>
    </a:clrScheme>
    <a:fontScheme name="9_Architecture">
      <a:majorFont>
        <a:latin typeface="Impact"/>
        <a:ea typeface=""/>
        <a:cs typeface="Arial"/>
      </a:majorFont>
      <a:minorFont>
        <a:latin typeface="Arial Narrow"/>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9_Architectur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Architectur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Architectur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Architectur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Architectur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Architectur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Architectur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9_Architecture 8">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5BB3B9"/>
        </a:hlink>
        <a:folHlink>
          <a:srgbClr val="CC00FF"/>
        </a:folHlink>
      </a:clrScheme>
      <a:clrMap bg1="dk2" tx1="lt1" bg2="dk1" tx2="lt2" accent1="accent1" accent2="accent2" accent3="accent3" accent4="accent4" accent5="accent5" accent6="accent6" hlink="hlink" folHlink="folHlink"/>
    </a:extraClrScheme>
    <a:extraClrScheme>
      <a:clrScheme name="9_Architecture 9">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FFCC00"/>
        </a:hlink>
        <a:folHlink>
          <a:srgbClr val="CC00FF"/>
        </a:folHlink>
      </a:clrScheme>
      <a:clrMap bg1="dk2" tx1="lt1" bg2="dk1" tx2="lt2" accent1="accent1" accent2="accent2" accent3="accent3" accent4="accent4" accent5="accent5" accent6="accent6" hlink="hlink" folHlink="folHlink"/>
    </a:extraClrScheme>
    <a:extraClrScheme>
      <a:clrScheme name="9_Architecture 10">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FF"/>
        </a:folHlink>
      </a:clrScheme>
      <a:clrMap bg1="dk2" tx1="lt1" bg2="dk1" tx2="lt2" accent1="accent1" accent2="accent2" accent3="accent3" accent4="accent4" accent5="accent5" accent6="accent6" hlink="hlink" folHlink="folHlink"/>
    </a:extraClrScheme>
    <a:extraClrScheme>
      <a:clrScheme name="9_Architecture 11">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CC0099"/>
        </a:folHlink>
      </a:clrScheme>
      <a:clrMap bg1="dk2" tx1="lt1" bg2="dk1" tx2="lt2" accent1="accent1" accent2="accent2" accent3="accent3" accent4="accent4" accent5="accent5" accent6="accent6" hlink="hlink" folHlink="folHlink"/>
    </a:extraClrScheme>
    <a:extraClrScheme>
      <a:clrScheme name="9_Architecture 12">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9999"/>
        </a:hlink>
        <a:folHlink>
          <a:srgbClr val="AA014C"/>
        </a:folHlink>
      </a:clrScheme>
      <a:clrMap bg1="dk2" tx1="lt1" bg2="dk1" tx2="lt2" accent1="accent1" accent2="accent2" accent3="accent3" accent4="accent4" accent5="accent5" accent6="accent6" hlink="hlink" folHlink="folHlink"/>
    </a:extraClrScheme>
    <a:extraClrScheme>
      <a:clrScheme name="9_Architecture 13">
        <a:dk1>
          <a:srgbClr val="000000"/>
        </a:dk1>
        <a:lt1>
          <a:srgbClr val="FFFFFF"/>
        </a:lt1>
        <a:dk2>
          <a:srgbClr val="0034FF"/>
        </a:dk2>
        <a:lt2>
          <a:srgbClr val="FDB605"/>
        </a:lt2>
        <a:accent1>
          <a:srgbClr val="66CC33"/>
        </a:accent1>
        <a:accent2>
          <a:srgbClr val="FF6600"/>
        </a:accent2>
        <a:accent3>
          <a:srgbClr val="AAAEFF"/>
        </a:accent3>
        <a:accent4>
          <a:srgbClr val="DADADA"/>
        </a:accent4>
        <a:accent5>
          <a:srgbClr val="B8E2AD"/>
        </a:accent5>
        <a:accent6>
          <a:srgbClr val="E75C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4">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00C5C0"/>
        </a:hlink>
        <a:folHlink>
          <a:srgbClr val="AA014C"/>
        </a:folHlink>
      </a:clrScheme>
      <a:clrMap bg1="dk2" tx1="lt1" bg2="dk1" tx2="lt2" accent1="accent1" accent2="accent2" accent3="accent3" accent4="accent4" accent5="accent5" accent6="accent6" hlink="hlink" folHlink="folHlink"/>
    </a:extraClrScheme>
    <a:extraClrScheme>
      <a:clrScheme name="9_Architecture 15">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AA014C"/>
        </a:folHlink>
      </a:clrScheme>
      <a:clrMap bg1="dk2" tx1="lt1" bg2="dk1" tx2="lt2" accent1="accent1" accent2="accent2" accent3="accent3" accent4="accent4" accent5="accent5" accent6="accent6" hlink="hlink" folHlink="folHlink"/>
    </a:extraClrScheme>
    <a:extraClrScheme>
      <a:clrScheme name="9_Architecture 16">
        <a:dk1>
          <a:srgbClr val="000000"/>
        </a:dk1>
        <a:lt1>
          <a:srgbClr val="FFFFFF"/>
        </a:lt1>
        <a:dk2>
          <a:srgbClr val="0034FF"/>
        </a:dk2>
        <a:lt2>
          <a:srgbClr val="FDB605"/>
        </a:lt2>
        <a:accent1>
          <a:srgbClr val="66CC33"/>
        </a:accent1>
        <a:accent2>
          <a:srgbClr val="FF5C00"/>
        </a:accent2>
        <a:accent3>
          <a:srgbClr val="AAAEFF"/>
        </a:accent3>
        <a:accent4>
          <a:srgbClr val="DADADA"/>
        </a:accent4>
        <a:accent5>
          <a:srgbClr val="B8E2AD"/>
        </a:accent5>
        <a:accent6>
          <a:srgbClr val="E75300"/>
        </a:accent6>
        <a:hlink>
          <a:srgbClr val="10C8E1"/>
        </a:hlink>
        <a:folHlink>
          <a:srgbClr val="F3016E"/>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DA3D6F334C1AA408A80486D71036560" ma:contentTypeVersion="40" ma:contentTypeDescription="Create a new document." ma:contentTypeScope="" ma:versionID="ec8202aaf45ce3aa4cb6623b88ecbd66">
  <xsd:schema xmlns:xsd="http://www.w3.org/2001/XMLSchema" xmlns:xs="http://www.w3.org/2001/XMLSchema" xmlns:p="http://schemas.microsoft.com/office/2006/metadata/properties" xmlns:ns2="6f45ebe1-19a7-4ef8-a5a4-afb4295ca2e2" xmlns:ns3="9d8807c4-7637-41f1-b738-fb31966e1785" targetNamespace="http://schemas.microsoft.com/office/2006/metadata/properties" ma:root="true" ma:fieldsID="2fbaf2945d784bc85ca5efbbe8374f15" ns2:_="" ns3:_="">
    <xsd:import namespace="6f45ebe1-19a7-4ef8-a5a4-afb4295ca2e2"/>
    <xsd:import namespace="9d8807c4-7637-41f1-b738-fb31966e178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Teams_Channel_Section_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45ebe1-19a7-4ef8-a5a4-afb4295ca2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Leaders" ma:index="29"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30"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31"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Leaders" ma:index="34" nillable="true" ma:displayName="Invited Leaders" ma:internalName="Invited_Leaders">
      <xsd:simpleType>
        <xsd:restriction base="dms:Note">
          <xsd:maxLength value="255"/>
        </xsd:restriction>
      </xsd:simpleType>
    </xsd:element>
    <xsd:element name="Invited_Members" ma:index="35" nillable="true" ma:displayName="Invited Members" ma:internalName="Invited_Member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Leaders_Only_SectionGroup" ma:index="37" nillable="true" ma:displayName="Has Leaders Only SectionGroup" ma:internalName="Has_Leaders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element name="MediaLengthInSeconds" ma:index="41" nillable="true" ma:displayName="MediaLengthInSeconds" ma:hidden="true" ma:internalName="MediaLengthInSeconds" ma:readOnly="true">
      <xsd:simpleType>
        <xsd:restriction base="dms:Unknown"/>
      </xsd:simpleType>
    </xsd:element>
    <xsd:element name="lcf76f155ced4ddcb4097134ff3c332f" ma:index="43" nillable="true" ma:taxonomy="true" ma:internalName="lcf76f155ced4ddcb4097134ff3c332f" ma:taxonomyFieldName="MediaServiceImageTags" ma:displayName="Image Tags" ma:readOnly="false" ma:fieldId="{5cf76f15-5ced-4ddc-b409-7134ff3c332f}" ma:taxonomyMulti="true" ma:sspId="579a89b1-2c2c-4f7f-9bd7-7914fb13a02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8807c4-7637-41f1-b738-fb31966e17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44" nillable="true" ma:displayName="Taxonomy Catch All Column" ma:hidden="true" ma:list="{8a8f18d3-d3d1-4405-80da-f542c83f6c1b}" ma:internalName="TaxCatchAll" ma:showField="CatchAllData" ma:web="9d8807c4-7637-41f1-b738-fb31966e17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faultSectionNames xmlns="6f45ebe1-19a7-4ef8-a5a4-afb4295ca2e2" xsi:nil="true"/>
    <Is_Collaboration_Space_Locked xmlns="6f45ebe1-19a7-4ef8-a5a4-afb4295ca2e2" xsi:nil="true"/>
    <AppVersion xmlns="6f45ebe1-19a7-4ef8-a5a4-afb4295ca2e2" xsi:nil="true"/>
    <TeamsChannelId xmlns="6f45ebe1-19a7-4ef8-a5a4-afb4295ca2e2" xsi:nil="true"/>
    <Distribution_Groups xmlns="6f45ebe1-19a7-4ef8-a5a4-afb4295ca2e2" xsi:nil="true"/>
    <Templates xmlns="6f45ebe1-19a7-4ef8-a5a4-afb4295ca2e2" xsi:nil="true"/>
    <Teams_Channel_Section_Location xmlns="6f45ebe1-19a7-4ef8-a5a4-afb4295ca2e2" xsi:nil="true"/>
    <Invited_Leaders xmlns="6f45ebe1-19a7-4ef8-a5a4-afb4295ca2e2" xsi:nil="true"/>
    <NotebookType xmlns="6f45ebe1-19a7-4ef8-a5a4-afb4295ca2e2" xsi:nil="true"/>
    <Members xmlns="6f45ebe1-19a7-4ef8-a5a4-afb4295ca2e2">
      <UserInfo>
        <DisplayName/>
        <AccountId xsi:nil="true"/>
        <AccountType/>
      </UserInfo>
    </Members>
    <Invited_Members xmlns="6f45ebe1-19a7-4ef8-a5a4-afb4295ca2e2" xsi:nil="true"/>
    <LMS_Mappings xmlns="6f45ebe1-19a7-4ef8-a5a4-afb4295ca2e2" xsi:nil="true"/>
    <IsNotebookLocked xmlns="6f45ebe1-19a7-4ef8-a5a4-afb4295ca2e2" xsi:nil="true"/>
    <FolderType xmlns="6f45ebe1-19a7-4ef8-a5a4-afb4295ca2e2" xsi:nil="true"/>
    <CultureName xmlns="6f45ebe1-19a7-4ef8-a5a4-afb4295ca2e2" xsi:nil="true"/>
    <Owner xmlns="6f45ebe1-19a7-4ef8-a5a4-afb4295ca2e2">
      <UserInfo>
        <DisplayName/>
        <AccountId xsi:nil="true"/>
        <AccountType/>
      </UserInfo>
    </Owner>
    <Leaders xmlns="6f45ebe1-19a7-4ef8-a5a4-afb4295ca2e2">
      <UserInfo>
        <DisplayName/>
        <AccountId xsi:nil="true"/>
        <AccountType/>
      </UserInfo>
    </Leaders>
    <Math_Settings xmlns="6f45ebe1-19a7-4ef8-a5a4-afb4295ca2e2" xsi:nil="true"/>
    <Has_Leaders_Only_SectionGroup xmlns="6f45ebe1-19a7-4ef8-a5a4-afb4295ca2e2" xsi:nil="true"/>
    <lcf76f155ced4ddcb4097134ff3c332f xmlns="6f45ebe1-19a7-4ef8-a5a4-afb4295ca2e2">
      <Terms xmlns="http://schemas.microsoft.com/office/infopath/2007/PartnerControls"/>
    </lcf76f155ced4ddcb4097134ff3c332f>
    <Member_Groups xmlns="6f45ebe1-19a7-4ef8-a5a4-afb4295ca2e2">
      <UserInfo>
        <DisplayName/>
        <AccountId xsi:nil="true"/>
        <AccountType/>
      </UserInfo>
    </Member_Groups>
    <Self_Registration_Enabled xmlns="6f45ebe1-19a7-4ef8-a5a4-afb4295ca2e2" xsi:nil="true"/>
    <TaxCatchAll xmlns="9d8807c4-7637-41f1-b738-fb31966e1785" xsi:nil="true"/>
  </documentManagement>
</p:properties>
</file>

<file path=customXml/itemProps1.xml><?xml version="1.0" encoding="utf-8"?>
<ds:datastoreItem xmlns:ds="http://schemas.openxmlformats.org/officeDocument/2006/customXml" ds:itemID="{3E1E459A-B870-41E9-A88C-9EAE909B7044}"/>
</file>

<file path=customXml/itemProps2.xml><?xml version="1.0" encoding="utf-8"?>
<ds:datastoreItem xmlns:ds="http://schemas.openxmlformats.org/officeDocument/2006/customXml" ds:itemID="{93A37920-C8EF-40B1-BA05-B200A5C9166A}"/>
</file>

<file path=customXml/itemProps3.xml><?xml version="1.0" encoding="utf-8"?>
<ds:datastoreItem xmlns:ds="http://schemas.openxmlformats.org/officeDocument/2006/customXml" ds:itemID="{059DA04B-3E9B-4872-B6B6-26456D93E5C2}"/>
</file>

<file path=docProps/app.xml><?xml version="1.0" encoding="utf-8"?>
<Properties xmlns="http://schemas.openxmlformats.org/officeDocument/2006/extended-properties" xmlns:vt="http://schemas.openxmlformats.org/officeDocument/2006/docPropsVTypes">
  <Template>Office Theme</Template>
  <TotalTime>0</TotalTime>
  <Words>807</Words>
  <Application>WPS 演示</Application>
  <PresentationFormat>On-screen Show (16:9)</PresentationFormat>
  <Paragraphs>15</Paragraphs>
  <Slides>1</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vt:i4>
      </vt:variant>
    </vt:vector>
  </HeadingPairs>
  <TitlesOfParts>
    <vt:vector size="16" baseType="lpstr">
      <vt:lpstr>Arial</vt:lpstr>
      <vt:lpstr>宋体</vt:lpstr>
      <vt:lpstr>Wingdings</vt:lpstr>
      <vt:lpstr>Neo Sans Intel Medium</vt:lpstr>
      <vt:lpstr>Neo Sans Intel</vt:lpstr>
      <vt:lpstr>Segoe Print</vt:lpstr>
      <vt:lpstr>Impact</vt:lpstr>
      <vt:lpstr>Helvetica Neue</vt:lpstr>
      <vt:lpstr>微软雅黑</vt:lpstr>
      <vt:lpstr>Arial Unicode MS</vt:lpstr>
      <vt:lpstr>Calibri Light</vt:lpstr>
      <vt:lpstr>Calibri</vt:lpstr>
      <vt:lpstr>等线</vt:lpstr>
      <vt:lpstr>Office Theme</vt:lpstr>
      <vt:lpstr>11_Architecture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Duncan</dc:creator>
  <cp:lastModifiedBy>WRAXU</cp:lastModifiedBy>
  <cp:revision>157</cp:revision>
  <cp:lastPrinted>2019-02-04T10:33:00Z</cp:lastPrinted>
  <dcterms:created xsi:type="dcterms:W3CDTF">2019-01-30T13:25:00Z</dcterms:created>
  <dcterms:modified xsi:type="dcterms:W3CDTF">2025-10-08T17:11:44Z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21F8461E9A944CAEA66F140AF45D5B3B_12</vt:lpwstr>
  </property>
  <property fmtid="{D5CDD505-2E9C-101B-9397-08002B2CF9AE}" pid="3" name="KSOProductBuildVer">
    <vt:lpwstr>2052-12.1.0.22529</vt:lpwstr>
  </property>
  <property fmtid="{D5CDD505-2E9C-101B-9397-08002B2CF9AE}" pid="4" name="ContentTypeId">
    <vt:lpwstr>0x0101001DA3D6F334C1AA408A80486D71036560</vt:lpwstr>
  </property>
</Properties>
</file>