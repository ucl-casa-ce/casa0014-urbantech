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4"/>
  </p:notesMasterIdLst>
  <p:sldIdLst>
    <p:sldId id="645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45"/>
    <p:restoredTop sz="81805"/>
  </p:normalViewPr>
  <p:slideViewPr>
    <p:cSldViewPr snapToGrid="0" snapToObjects="1" showGuides="1">
      <p:cViewPr>
        <p:scale>
          <a:sx n="180" d="100"/>
          <a:sy n="180" d="100"/>
        </p:scale>
        <p:origin x="14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28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3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87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7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59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45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3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18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04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091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</a:p>
          <a:p>
            <a:r>
              <a:rPr lang="en-US" dirty="0"/>
              <a:t>A photo of the technology in situ with a corresponding map showing where it is.</a:t>
            </a:r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</a:p>
          <a:p>
            <a:r>
              <a:rPr lang="en-US" dirty="0"/>
              <a:t>The following geographic data: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</a:p>
          <a:p>
            <a:r>
              <a:rPr lang="en-US" dirty="0"/>
              <a:t>Also add in the names of those submitting this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4" indent="0" algn="ctr">
              <a:buNone/>
              <a:defRPr sz="1200"/>
            </a:lvl4pPr>
            <a:lvl5pPr marL="1371539" indent="0" algn="ctr">
              <a:buNone/>
              <a:defRPr sz="1200"/>
            </a:lvl5pPr>
            <a:lvl6pPr marL="1714424" indent="0" algn="ctr">
              <a:buNone/>
              <a:defRPr sz="1200"/>
            </a:lvl6pPr>
            <a:lvl7pPr marL="2057308" indent="0" algn="ctr">
              <a:buNone/>
              <a:defRPr sz="1200"/>
            </a:lvl7pPr>
            <a:lvl8pPr marL="2400192" indent="0" algn="ctr">
              <a:buNone/>
              <a:defRPr sz="1200"/>
            </a:lvl8pPr>
            <a:lvl9pPr marL="2743078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6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0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1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4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9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3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70" indent="0">
              <a:buNone/>
              <a:defRPr sz="1800"/>
            </a:lvl3pPr>
            <a:lvl4pPr marL="1028654" indent="0">
              <a:buNone/>
              <a:defRPr sz="1500"/>
            </a:lvl4pPr>
            <a:lvl5pPr marL="1371539" indent="0">
              <a:buNone/>
              <a:defRPr sz="1500"/>
            </a:lvl5pPr>
            <a:lvl6pPr marL="1714424" indent="0">
              <a:buNone/>
              <a:defRPr sz="1500"/>
            </a:lvl6pPr>
            <a:lvl7pPr marL="2057308" indent="0">
              <a:buNone/>
              <a:defRPr sz="1500"/>
            </a:lvl7pPr>
            <a:lvl8pPr marL="2400192" indent="0">
              <a:buNone/>
              <a:defRPr sz="1500"/>
            </a:lvl8pPr>
            <a:lvl9pPr marL="2743078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6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7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2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3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34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910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90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09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8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729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32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30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04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192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258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7571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3144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73991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70850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76657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7875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222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0757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35465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9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6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6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9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0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2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7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52" tIns="45679" rIns="91352" bIns="45679" anchorCtr="1"/>
          <a:lstStyle/>
          <a:p>
            <a:pPr marL="225414" indent="-225414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759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5pPr>
      <a:lvl6pPr marL="457177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6pPr>
      <a:lvl7pPr marL="914354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7pPr>
      <a:lvl8pPr marL="1371532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8pPr>
      <a:lvl9pPr marL="1828709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9pPr>
    </p:titleStyle>
    <p:bodyStyle>
      <a:lvl1pPr marL="22541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885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35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644" indent="-23970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cs typeface="+mn-cs"/>
        </a:defRPr>
      </a:lvl4pPr>
      <a:lvl5pPr marL="1727114" indent="-230177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5pPr>
      <a:lvl6pPr marL="2184291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6pPr>
      <a:lvl7pPr marL="2641468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7pPr>
      <a:lvl8pPr marL="3098645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8pPr>
      <a:lvl9pPr marL="3555822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aps.app.goo.gl/Aiz33E66DFBVRUmp8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210066" y="141387"/>
            <a:ext cx="436193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Radar Sensor on Traffic Light.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02C07-760A-C54E-8862-6D013FDD68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59"/>
          <a:stretch/>
        </p:blipFill>
        <p:spPr>
          <a:xfrm rot="5400000">
            <a:off x="5521479" y="232171"/>
            <a:ext cx="3036092" cy="2571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831D3C-5791-904E-9E2C-37FFC2ED28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88" t="13033" b="3023"/>
          <a:stretch/>
        </p:blipFill>
        <p:spPr>
          <a:xfrm>
            <a:off x="5352615" y="3080538"/>
            <a:ext cx="3567679" cy="20629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210065" y="3624233"/>
            <a:ext cx="4361934" cy="1015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pPr algn="l" fontAlgn="base"/>
            <a:r>
              <a:rPr lang="en-ID" sz="12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51°32'40.0"N 0°01'05.6"W</a:t>
            </a:r>
          </a:p>
          <a:p>
            <a:r>
              <a:rPr lang="en-GB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Waterden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Rd, Stratford, London, E20 3AZ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5"/>
              </a:rPr>
              <a:t>https://maps.app.goo.gl/Aiz33E66DFBVRUmp8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https://what3words.com/</a:t>
            </a:r>
            <a:r>
              <a:rPr lang="en-GB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radar.cloth.intro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210065" y="1117669"/>
            <a:ext cx="4361934" cy="144655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radar sensor (Radio Detection and Ranging) uses radio waves to detect the presence, speed, and movement of vehicles (and sometimes pedestrians or cyclists).</a:t>
            </a:r>
          </a:p>
          <a:p>
            <a:endParaRPr lang="en-US" sz="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ID" sz="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works by:</a:t>
            </a:r>
          </a:p>
          <a:p>
            <a:pPr>
              <a:buFont typeface="+mj-lt"/>
              <a:buAutoNum type="arabicPeriod"/>
            </a:pPr>
            <a:r>
              <a:rPr lang="en-ID" sz="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Emitting continuous or pulsed microwave radio waves (typically 24 GHz or 77 GHz frequencies).</a:t>
            </a:r>
          </a:p>
          <a:p>
            <a:pPr>
              <a:buFont typeface="+mj-lt"/>
              <a:buAutoNum type="arabicPeriod"/>
            </a:pPr>
            <a:r>
              <a:rPr lang="en-ID" sz="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Measuring the reflected signals that bounce back from objects.</a:t>
            </a:r>
          </a:p>
          <a:p>
            <a:pPr>
              <a:buFont typeface="+mj-lt"/>
              <a:buAutoNum type="arabicPeriod"/>
            </a:pPr>
            <a:r>
              <a:rPr lang="en-ID" sz="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Calculating: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Distance (based on how long it takes the signal to return)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Speed (using the Doppler effect)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Direction and sometimes angle (using multi-antenna setups)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210065" y="2647950"/>
            <a:ext cx="4361934" cy="9541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was the traffic like when you visited? </a:t>
            </a:r>
          </a:p>
          <a:p>
            <a:pPr lvl="0"/>
            <a:r>
              <a:rPr lang="en-ID" sz="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Around 1 PM on a weekday, traffic was moderate, with a steady flow of vehicles but minimal congestion.</a:t>
            </a:r>
            <a:endParaRPr lang="en-US" sz="8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might a citizen find out current traffic levels? </a:t>
            </a:r>
          </a:p>
          <a:p>
            <a:pPr lvl="0"/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TfL open data portal, London Datastore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is this technology for?</a:t>
            </a:r>
          </a:p>
          <a:p>
            <a:pPr lvl="0"/>
            <a:r>
              <a:rPr lang="en-US" sz="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City authorities, transport operators, citizens, urban planners, researchers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210065" y="4785182"/>
            <a:ext cx="4361934" cy="2462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Gilang Pamungkas Oct 2025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6D54A4CC-E4AB-D30E-4646-90CFA5C563C4}"/>
              </a:ext>
            </a:extLst>
          </p:cNvPr>
          <p:cNvSpPr/>
          <p:nvPr/>
        </p:nvSpPr>
        <p:spPr>
          <a:xfrm>
            <a:off x="6748130" y="4061637"/>
            <a:ext cx="85061" cy="1346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2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1681EDCE-1CA8-4AE4-B574-D776E7B81B4C}"/>
</file>

<file path=customXml/itemProps2.xml><?xml version="1.0" encoding="utf-8"?>
<ds:datastoreItem xmlns:ds="http://schemas.openxmlformats.org/officeDocument/2006/customXml" ds:itemID="{DF1E87F4-3973-4849-8690-E57B43D76781}"/>
</file>

<file path=customXml/itemProps3.xml><?xml version="1.0" encoding="utf-8"?>
<ds:datastoreItem xmlns:ds="http://schemas.openxmlformats.org/officeDocument/2006/customXml" ds:itemID="{9B940444-9C7A-49A1-8615-BE6036D5186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20959</TotalTime>
  <Words>296</Words>
  <Application>Microsoft Macintosh PowerPoint</Application>
  <PresentationFormat>On-screen Show (16:9)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Arial Narrow</vt:lpstr>
      <vt:lpstr>Calibri</vt:lpstr>
      <vt:lpstr>Calibri Light</vt:lpstr>
      <vt:lpstr>Helvetica Neue</vt:lpstr>
      <vt:lpstr>Impact</vt:lpstr>
      <vt:lpstr>Neo Sans Intel</vt:lpstr>
      <vt:lpstr>Neo Sans Intel Medium</vt:lpstr>
      <vt:lpstr>Wingdings</vt:lpstr>
      <vt:lpstr>Office Theme</vt:lpstr>
      <vt:lpstr>11_Architecture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office22474</cp:lastModifiedBy>
  <cp:revision>155</cp:revision>
  <cp:lastPrinted>2019-02-04T10:33:17Z</cp:lastPrinted>
  <dcterms:created xsi:type="dcterms:W3CDTF">2019-01-30T13:25:34Z</dcterms:created>
  <dcterms:modified xsi:type="dcterms:W3CDTF">2025-10-13T06:41:47Z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0x0101001DA3D6F334C1AA408A80486D71036560</vt:lpwstr>
  </property>
</Properties>
</file>