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66" y="141387"/>
            <a:ext cx="43619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Air Quality and </a:t>
            </a:r>
            <a:b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pollution monitoring.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185" y="3623945"/>
            <a:ext cx="4377055" cy="6451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51.5399920, -0.0131750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https://maps.app.goo.gl/2h115yCCBDXK84vy7?g_st=ipc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185" y="1117600"/>
            <a:ext cx="4377055" cy="11988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 my visit to a park, I encountered a device mounted on a streetlight pole. This object seems like an IoT sensor, likely used to measure air quality or other environmental factors. The presence of a small sensor box suggests that it may be gathering data on pollutants such as CO2 or PM2.5 particles.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185" y="2385695"/>
            <a:ext cx="4377055" cy="11741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Autofit/>
          </a:bodyPr>
          <a:lstStyle/>
          <a:p>
            <a:pPr lvl="0"/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observing the device: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type of data is this sensor collecting?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this device contribute to urban environmental monitoring?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Could the device also provide feedback on air quality to nearby citizens?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185" y="4372610"/>
            <a:ext cx="4385310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Freya Yif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265" y="2670175"/>
            <a:ext cx="3594735" cy="2473325"/>
          </a:xfrm>
          <a:prstGeom prst="rect">
            <a:avLst/>
          </a:prstGeom>
        </p:spPr>
      </p:pic>
      <p:pic>
        <p:nvPicPr>
          <p:cNvPr id="5" name="图片 4" descr="4dd2ae8b7f98bc0874bdb908b6408b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640" y="0"/>
            <a:ext cx="2419985" cy="2867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F717C28B-C94A-40BD-8DA4-CB37A436F2F0}"/>
</file>

<file path=customXml/itemProps2.xml><?xml version="1.0" encoding="utf-8"?>
<ds:datastoreItem xmlns:ds="http://schemas.openxmlformats.org/officeDocument/2006/customXml" ds:itemID="{AED1FBA8-982A-41FF-B65F-1750C679410F}"/>
</file>

<file path=customXml/itemProps3.xml><?xml version="1.0" encoding="utf-8"?>
<ds:datastoreItem xmlns:ds="http://schemas.openxmlformats.org/officeDocument/2006/customXml" ds:itemID="{C557A7D9-011E-4932-8FA5-E744865324D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673</Words>
  <Application>WPS 演示</Application>
  <PresentationFormat>On-screen Show (16:9)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Neo Sans Intel Medium</vt:lpstr>
      <vt:lpstr>Neo Sans Intel</vt:lpstr>
      <vt:lpstr>Segoe Print</vt:lpstr>
      <vt:lpstr>Impact</vt:lpstr>
      <vt:lpstr>Helvetica Neue</vt:lpstr>
      <vt:lpstr>微软雅黑</vt:lpstr>
      <vt:lpstr>Arial Unicode MS</vt:lpstr>
      <vt:lpstr>Calibri Light</vt:lpstr>
      <vt:lpstr>Calibri</vt:lpstr>
      <vt:lpstr>等线</vt:lpstr>
      <vt:lpstr>Arial Narrow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Lenovo</cp:lastModifiedBy>
  <cp:revision>154</cp:revision>
  <cp:lastPrinted>2019-02-04T10:33:00Z</cp:lastPrinted>
  <dcterms:created xsi:type="dcterms:W3CDTF">2019-01-30T13:25:00Z</dcterms:created>
  <dcterms:modified xsi:type="dcterms:W3CDTF">2025-10-12T23:18:16Z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2EA91269B336452ABF38146B0BFABC56_13</vt:lpwstr>
  </property>
  <property fmtid="{D5CDD505-2E9C-101B-9397-08002B2CF9AE}" pid="3" name="KSOProductBuildVer">
    <vt:lpwstr>2052-12.1.0.21915</vt:lpwstr>
  </property>
  <property fmtid="{D5CDD505-2E9C-101B-9397-08002B2CF9AE}" pid="4" name="ContentTypeId">
    <vt:lpwstr>0x0101001DA3D6F334C1AA408A80486D71036560</vt:lpwstr>
  </property>
</Properties>
</file>