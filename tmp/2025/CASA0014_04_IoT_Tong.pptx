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</p:sldMasterIdLst>
  <p:notesMasterIdLst>
    <p:notesMasterId r:id="rId12"/>
  </p:notesMasterIdLst>
  <p:sldIdLst>
    <p:sldId id="645" r:id="rId6"/>
    <p:sldId id="646" r:id="rId7"/>
    <p:sldId id="647" r:id="rId8"/>
    <p:sldId id="648" r:id="rId9"/>
    <p:sldId id="649" r:id="rId10"/>
    <p:sldId id="65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  <p14:sldId id="646"/>
            <p14:sldId id="647"/>
            <p14:sldId id="648"/>
            <p14:sldId id="649"/>
            <p14:sldId id="6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647DEF-348E-2947-917F-51FDA6935422}" v="5" dt="2025-10-13T08:29:09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7"/>
    <p:restoredTop sz="81849"/>
  </p:normalViewPr>
  <p:slideViewPr>
    <p:cSldViewPr snapToGrid="0" snapToObjects="1" showGuides="1">
      <p:cViewPr varScale="1">
        <p:scale>
          <a:sx n="131" d="100"/>
          <a:sy n="131" d="100"/>
        </p:scale>
        <p:origin x="107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son, Duncan" userId="9cebb08e-90e3-4dd2-a2a7-4f1c79197373" providerId="ADAL" clId="{6DB7043A-024A-5419-B63C-999CFC15B06B}"/>
    <pc:docChg chg="addSld modSld">
      <pc:chgData name="Wilson, Duncan" userId="9cebb08e-90e3-4dd2-a2a7-4f1c79197373" providerId="ADAL" clId="{6DB7043A-024A-5419-B63C-999CFC15B06B}" dt="2025-10-13T08:29:09.436" v="4"/>
      <pc:docMkLst>
        <pc:docMk/>
      </pc:docMkLst>
      <pc:sldChg chg="add">
        <pc:chgData name="Wilson, Duncan" userId="9cebb08e-90e3-4dd2-a2a7-4f1c79197373" providerId="ADAL" clId="{6DB7043A-024A-5419-B63C-999CFC15B06B}" dt="2025-10-13T08:28:35.196" v="0"/>
        <pc:sldMkLst>
          <pc:docMk/>
          <pc:sldMk cId="4023339324" sldId="646"/>
        </pc:sldMkLst>
      </pc:sldChg>
      <pc:sldChg chg="add">
        <pc:chgData name="Wilson, Duncan" userId="9cebb08e-90e3-4dd2-a2a7-4f1c79197373" providerId="ADAL" clId="{6DB7043A-024A-5419-B63C-999CFC15B06B}" dt="2025-10-13T08:28:43.335" v="1"/>
        <pc:sldMkLst>
          <pc:docMk/>
          <pc:sldMk cId="2189551941" sldId="647"/>
        </pc:sldMkLst>
      </pc:sldChg>
      <pc:sldChg chg="add">
        <pc:chgData name="Wilson, Duncan" userId="9cebb08e-90e3-4dd2-a2a7-4f1c79197373" providerId="ADAL" clId="{6DB7043A-024A-5419-B63C-999CFC15B06B}" dt="2025-10-13T08:28:53.812" v="2"/>
        <pc:sldMkLst>
          <pc:docMk/>
          <pc:sldMk cId="1285440023" sldId="648"/>
        </pc:sldMkLst>
      </pc:sldChg>
      <pc:sldChg chg="add">
        <pc:chgData name="Wilson, Duncan" userId="9cebb08e-90e3-4dd2-a2a7-4f1c79197373" providerId="ADAL" clId="{6DB7043A-024A-5419-B63C-999CFC15B06B}" dt="2025-10-13T08:29:02.343" v="3"/>
        <pc:sldMkLst>
          <pc:docMk/>
          <pc:sldMk cId="0" sldId="649"/>
        </pc:sldMkLst>
      </pc:sldChg>
      <pc:sldChg chg="add">
        <pc:chgData name="Wilson, Duncan" userId="9cebb08e-90e3-4dd2-a2a7-4f1c79197373" providerId="ADAL" clId="{6DB7043A-024A-5419-B63C-999CFC15B06B}" dt="2025-10-13T08:29:09.436" v="4"/>
        <pc:sldMkLst>
          <pc:docMk/>
          <pc:sldMk cId="339861745" sldId="6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</a:p>
          <a:p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vpfRCFcet6P5BMe5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KpkbJ7zc7h7Darar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rutlanduk.co.uk/westfield-stratford-city-shopping-centre-ts-9205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JKiWBB5um4mRTZmv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Monitoring Sensor.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5" y="3624233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@50.7686, 0.2847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3a </a:t>
            </a:r>
            <a:r>
              <a:rPr lang="en-US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Gildredge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Rd, Eastbourne, BN21 4RD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https://maps.app.goo.gl/vpfRCFcet6P5BMe58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https://w3w.co/agreed.scans.guilty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138499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traffic monitoring sensor 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might 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part of a smart city technology system designed to collect data about road use and vehicle movements.</a:t>
            </a: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uses cameras and sensors to detect traffic flow, vehicle speed, and congestion patterns. The information gathered helps local councils and transport authorities improve traffic management, safety, and air quality.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5" y="2647950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type of data do these sensors collect about vehicles and traffic?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this technology help to reduce congestion?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is this technology for?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Xintong Shao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Oct 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EC38EB-8624-5FB7-FE52-4943ABF4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41" y="0"/>
            <a:ext cx="1958085" cy="261129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DA9A7F1-06B2-70AB-97D9-A33049AF2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925" y="2647950"/>
            <a:ext cx="3443115" cy="24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Cars in street monitoring.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5" y="3246422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51.544418, -0.017674</a:t>
            </a:r>
          </a:p>
          <a:p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Middlesex Wy., London E20 3AZ</a:t>
            </a:r>
          </a:p>
          <a:p>
            <a:r>
              <a:rPr lang="it-IT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https://maps.app.goo.gl/hh5GoTQhvDLBzFzV6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brands.live.calculating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6" y="809893"/>
            <a:ext cx="4361934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latin typeface="Arial" panose="020B0604020202020204" pitchFamily="34" charset="0"/>
              </a:rPr>
              <a:t>This sensor may be used to measure how many vehicles pass through a specific section of the road within a certain period of time.</a:t>
            </a: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6" y="1856209"/>
            <a:ext cx="4361934" cy="12003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</a:rPr>
              <a:t>How many vehicles passed during the time period when I went through this road.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200" dirty="0">
                <a:latin typeface="Arial" panose="020B0604020202020204" pitchFamily="34" charset="0"/>
              </a:rPr>
              <a:t>How often do they need maintenance, and how can rainwater erosion be prevented?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200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46332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Xinyuan Sun  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4" name="图片 13" descr="图片包含 户外, 阴天, 飞行, 云&#10;&#10;AI 生成的内容可能不正确。">
            <a:extLst>
              <a:ext uri="{FF2B5EF4-FFF2-40B4-BE49-F238E27FC236}">
                <a16:creationId xmlns:a16="http://schemas.microsoft.com/office/drawing/2014/main" id="{C0B07280-2CCE-851D-1B32-A1D3FD44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841" y="393031"/>
            <a:ext cx="4208947" cy="21787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0E54F4-9025-9273-D314-B274BF928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840" y="2571749"/>
            <a:ext cx="4208947" cy="2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3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318387"/>
            <a:ext cx="4361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 descr="A street scene with focus on the side of a road&#10;&#10;Description automatically generated">
            <a:extLst>
              <a:ext uri="{FF2B5EF4-FFF2-40B4-BE49-F238E27FC236}">
                <a16:creationId xmlns:a16="http://schemas.microsoft.com/office/drawing/2014/main" id="{C4A02C07-760A-C54E-8862-6D013FDD6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51" y="0"/>
            <a:ext cx="4208948" cy="2571750"/>
          </a:xfrm>
          <a:prstGeom prst="rect">
            <a:avLst/>
          </a:prstGeom>
        </p:spPr>
      </p:pic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92831D3C-5791-904E-9E2C-37FFC2ED28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577" b="13254"/>
          <a:stretch/>
        </p:blipFill>
        <p:spPr>
          <a:xfrm>
            <a:off x="4935052" y="2571751"/>
            <a:ext cx="4208947" cy="2571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6" y="3194833"/>
            <a:ext cx="4361934" cy="12003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US" altLang="zh-CN" sz="1200" dirty="0"/>
              <a:t>@</a:t>
            </a:r>
            <a:r>
              <a:rPr lang="en-US" altLang="zh-CN" sz="1200" dirty="0">
                <a:latin typeface="Helvetica Neue" panose="02000503000000020004"/>
              </a:rPr>
              <a:t>50.7689167,0.2814167</a:t>
            </a:r>
            <a:endParaRPr lang="en-GB" sz="12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46 Terminus Rd, Eastbourne BN21 3LX 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(In the middle of the street)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https://maps.app.goo.gl/iQFns5SUTw1iW3RY7  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spin.trains.voices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 is one of many sensors in the traffic monitoring system of Eastbourne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traffic monitor uses doppler radar and a camera to monitor vehicle number and speed.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6" y="2156251"/>
            <a:ext cx="4361934" cy="830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was the wire connected to?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is the monitor set to this angle?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the city selected this place to mount it?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6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Haoyu Hu Oct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 2025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019F294-2319-B1BE-A466-B03127DAFC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366" t="15692" r="25925" b="-12"/>
          <a:stretch>
            <a:fillRect/>
          </a:stretch>
        </p:blipFill>
        <p:spPr>
          <a:xfrm rot="5400000">
            <a:off x="5718102" y="-783048"/>
            <a:ext cx="2642849" cy="4208946"/>
          </a:xfrm>
          <a:prstGeom prst="rect">
            <a:avLst/>
          </a:prstGeom>
        </p:spPr>
      </p:pic>
      <p:pic>
        <p:nvPicPr>
          <p:cNvPr id="14" name="图片 13" descr="地图&#10;&#10;AI 生成的内容可能不正确。">
            <a:extLst>
              <a:ext uri="{FF2B5EF4-FFF2-40B4-BE49-F238E27FC236}">
                <a16:creationId xmlns:a16="http://schemas.microsoft.com/office/drawing/2014/main" id="{0756B8A0-9B14-C242-3987-8C898F3B2A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20" t="18627" r="3424" b="31373"/>
          <a:stretch>
            <a:fillRect/>
          </a:stretch>
        </p:blipFill>
        <p:spPr>
          <a:xfrm>
            <a:off x="4935051" y="2647951"/>
            <a:ext cx="4208947" cy="24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5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127919" y="31401"/>
            <a:ext cx="41402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Motion Sensor</a:t>
            </a:r>
            <a:endParaRPr lang="en-US" sz="2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127918" y="4070350"/>
            <a:ext cx="5397574" cy="6924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300" b="1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Unit 101,Westfield Stratford City, Ground Floor, E20 1EP </a:t>
            </a: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https://maps.app.goo.gl/KpkbJ7zc7h7Darar9</a:t>
            </a:r>
            <a:endParaRPr lang="en-GB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127918" y="380653"/>
            <a:ext cx="5397574" cy="24929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black device above the glass door in the picture, located in Stratford Westfield shopping centre, is a motion sensor used to automatically open sliding doors and continuously scans the area below it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it detects movement or a change in infrared energy (from a person approaching), it sends a signal to the door’s control system. The doors then open automatically and close after a short delay when no motion is detected.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provides hands-free access and improves accessibility and hygiene. 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hlinkClick r:id="rId4"/>
            </a:endParaRPr>
          </a:p>
          <a:p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hlinkClick r:id="rId4"/>
            </a:endParaRPr>
          </a:p>
          <a:p>
            <a:r>
              <a:rPr lang="en-U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4"/>
              </a:rPr>
              <a:t>https://rutlanduk.co.uk/westfield-stratford-city-shopping-centre-ts-9205/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127918" y="2920070"/>
            <a:ext cx="5397574" cy="1092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300" b="1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 this sensor ever had false activations or failures? If so, how are these issues handled?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sensor/door system integrated with safety protocols like: in fire mode, lockdown mode, or for crowd control?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127919" y="4809274"/>
            <a:ext cx="5397573" cy="2923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3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</a:t>
            </a:r>
            <a:r>
              <a:rPr lang="en-US" sz="1300" b="1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3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Madina Diallo Oct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D40D0-5057-552E-778C-916BBB29C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860" y="380653"/>
            <a:ext cx="3439218" cy="2492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84737C-6C5F-5A87-E5E9-90E9244D0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860" y="2920070"/>
            <a:ext cx="3439218" cy="21815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B3B30F-9A3D-53FC-1A08-24E11F340673}"/>
              </a:ext>
            </a:extLst>
          </p:cNvPr>
          <p:cNvSpPr txBox="1"/>
          <p:nvPr/>
        </p:nvSpPr>
        <p:spPr>
          <a:xfrm>
            <a:off x="2286000" y="183818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provide links to trusted websites that talks about the motion door sensors in </a:t>
            </a:r>
            <a:r>
              <a:rPr lang="en-GB" dirty="0" err="1"/>
              <a:t>westfield</a:t>
            </a:r>
            <a:r>
              <a:rPr lang="en-GB" dirty="0"/>
              <a:t> </a:t>
            </a:r>
            <a:r>
              <a:rPr lang="en-GB" dirty="0" err="1"/>
              <a:t>stratford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544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66" y="141387"/>
            <a:ext cx="4361934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Public Surveillance and Safety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065" y="3624233"/>
            <a:ext cx="4361934" cy="1014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51.54503219729111, -0.008665316508736129</a:t>
            </a: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Queen Elizabeth Olympic Park, International Wy, London E20 1YY</a:t>
            </a: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https://maps.app.goo.gl/z6JYRgSRHhPrTzb38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65" y="1117669"/>
            <a:ext cx="4361934" cy="10147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system is a PTZ (Pan-Tilt-Zoom) CCTV camera unit installed in a public indoor area such as a transport hub or station hall.</a:t>
            </a: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continuously captures and records video footage to ensure public safety and situational awareness.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185" y="2132330"/>
            <a:ext cx="4361815" cy="14903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areas are being monitored by this camera?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can access the recorded footage?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long is the video data stored?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is citizens’ privacy protected?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065" y="4785182"/>
            <a:ext cx="4361934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Yewei Bian Oct 2025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65" y="2641600"/>
            <a:ext cx="3619500" cy="2381885"/>
          </a:xfrm>
          <a:prstGeom prst="rect">
            <a:avLst/>
          </a:prstGeom>
        </p:spPr>
      </p:pic>
      <p:pic>
        <p:nvPicPr>
          <p:cNvPr id="5" name="图片 4" descr="IMG_20251009_101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265" y="0"/>
            <a:ext cx="1993900" cy="2649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141387"/>
            <a:ext cx="43619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Monitoring and Smart City System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6" y="3656499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@51.5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47156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,-0.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014126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Celebration Avenue, Stratford, London, E20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https://maps.app.goo.gl/JKiWBB5um4mRTZmv9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 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remove.tolls.matter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138499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traffic monitoring station is part of a smart city network used to collect real-time traffic data.</a:t>
            </a: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is measuring vehicle count, traffic flow rate, average speed, and vehicle type recognition through an AI-enabled camera system. The data is used for traffic management, congestion prediction, and improving road safety.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5" y="2571750"/>
            <a:ext cx="4361934" cy="10156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time of day shows the highest traffic flow here?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might a citizen check real-time traffic information?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benefits most from this technology (drivers, city planners, or pedestrians)?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Ziyi Wang Oct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2025</a:t>
            </a:r>
          </a:p>
        </p:txBody>
      </p:sp>
      <p:pic>
        <p:nvPicPr>
          <p:cNvPr id="14" name="图片 13" descr="交通信号灯&#10;&#10;AI 生成的内容可能不正确。">
            <a:extLst>
              <a:ext uri="{FF2B5EF4-FFF2-40B4-BE49-F238E27FC236}">
                <a16:creationId xmlns:a16="http://schemas.microsoft.com/office/drawing/2014/main" id="{80F3CFFF-EF52-F3B8-1645-F420A86D8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050" y="348895"/>
            <a:ext cx="4208949" cy="23415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8E0073A-7D28-9783-869D-87A4B803B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5049" y="2690455"/>
            <a:ext cx="4208950" cy="234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60D479-6C94-42F2-A316-145FA603DA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45ebe1-19a7-4ef8-a5a4-afb4295ca2e2"/>
    <ds:schemaRef ds:uri="9d8807c4-7637-41f1-b738-fb31966e1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AF21EC-492F-4448-BEB0-1E3CAF21B3F9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metadata/properties"/>
    <ds:schemaRef ds:uri="9d8807c4-7637-41f1-b738-fb31966e1785"/>
    <ds:schemaRef ds:uri="6f45ebe1-19a7-4ef8-a5a4-afb4295ca2e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272ECE8-4C13-404C-A9F7-AE5706E804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20986</TotalTime>
  <Words>1435</Words>
  <Application>Microsoft Macintosh PowerPoint</Application>
  <PresentationFormat>On-screen Show (16:9)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Helvetica Neue</vt:lpstr>
      <vt:lpstr>Impact</vt:lpstr>
      <vt:lpstr>Neo Sans Intel</vt:lpstr>
      <vt:lpstr>Neo Sans Intel Medium</vt:lpstr>
      <vt:lpstr>Wingdings</vt:lpstr>
      <vt:lpstr>Office Theme</vt:lpstr>
      <vt:lpstr>11_Architecture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Wilson, Duncan</cp:lastModifiedBy>
  <cp:revision>154</cp:revision>
  <cp:lastPrinted>2019-02-04T10:33:17Z</cp:lastPrinted>
  <dcterms:created xsi:type="dcterms:W3CDTF">2019-01-30T13:25:34Z</dcterms:created>
  <dcterms:modified xsi:type="dcterms:W3CDTF">2025-10-13T08:29:16Z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  <property fmtid="{D5CDD505-2E9C-101B-9397-08002B2CF9AE}" pid="3" name="MediaServiceImageTags">
    <vt:lpwstr/>
  </property>
</Properties>
</file>